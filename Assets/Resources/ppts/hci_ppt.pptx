
<file path=[Content_Types].xml><?xml version="1.0" encoding="utf-8"?>
<Types xmlns="http://schemas.openxmlformats.org/package/2006/content-types">
  <Default Extension="jpg" ContentType="image/jpeg"/>
  <Default Extension="xml" ContentType="application/xml"/>
  <Default Extension="rels" ContentType="application/vnd.openxmlformats-package.relationships+xml"/>
  <Default Extension="svg" ContentType="image/svg+xml"/>
  <Default Extension="png" ContentType="image/png"/>
  <Default Extension="gif" ContentType="image/gif"/>
  <Default Extension="wdp" ContentType="image/vnd.ms-photo"/>
  <Override PartName="/ppt/notesSlides/notesSlide1.xml" ContentType="application/vnd.openxmlformats-officedocument.presentationml.notesSlide+xml"/>
  <Override PartName="/ppt/notesSlides/notesSlide17.xml" ContentType="application/vnd.openxmlformats-officedocument.presentationml.notesSlide+xml"/>
  <Override PartName="/ppt/theme/theme6.xml" ContentType="application/vnd.openxmlformats-officedocument.theme+xml"/>
  <Override PartName="/ppt/notesSlides/notesSlide14.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theme/theme2.xml" ContentType="application/vnd.openxmlformats-officedocument.theme+xml"/>
  <Override PartName="/ppt/slideLayouts/slideLayout4.xml" ContentType="application/vnd.openxmlformats-officedocument.presentationml.slideLayout+xml"/>
  <Override PartName="/ppt/slideLayouts/slideLayout11.xml" ContentType="application/vnd.openxmlformats-officedocument.presentationml.slideLayout+xml"/>
  <Override PartName="/ppt/slides/slide28.xml" ContentType="application/vnd.openxmlformats-officedocument.presentationml.slide+xml"/>
  <Override PartName="/ppt/slides/slide12.xml" ContentType="application/vnd.openxmlformats-officedocument.presentationml.slide+xml"/>
  <Override PartName="/ppt/slideLayouts/slideLayout9.xml" ContentType="application/vnd.openxmlformats-officedocument.presentationml.slideLayout+xml"/>
  <Override PartName="/ppt/slides/slide9.xml" ContentType="application/vnd.openxmlformats-officedocument.presentationml.slide+xml"/>
  <Override PartName="/ppt/slideMasters/slideMaster3.xml" ContentType="application/vnd.openxmlformats-officedocument.presentationml.slideMaster+xml"/>
  <Override PartName="/ppt/notesSlides/notesSlide2.xml" ContentType="application/vnd.openxmlformats-officedocument.presentationml.notesSlide+xml"/>
  <Override PartName="/ppt/slides/slide25.xml" ContentType="application/vnd.openxmlformats-officedocument.presentationml.slide+xml"/>
  <Override PartName="/ppt/notesSlides/notesSlide11.xml" ContentType="application/vnd.openxmlformats-officedocument.presentationml.notesSlide+xml"/>
  <Override PartName="/ppt/slides/slide10.xml" ContentType="application/vnd.openxmlformats-officedocument.presentationml.slide+xml"/>
  <Override PartName="/ppt/slideLayouts/slideLayout2.xml" ContentType="application/vnd.openxmlformats-officedocument.presentationml.slideLayout+xml"/>
  <Override PartName="/ppt/notesSlides/notesSlide5.xml" ContentType="application/vnd.openxmlformats-officedocument.presentationml.notesSlide+xml"/>
  <Override PartName="/ppt/notesSlides/notesSlide12.xml" ContentType="application/vnd.openxmlformats-officedocument.presentationml.notesSlide+xml"/>
  <Override PartName="/ppt/slideLayouts/slideLayout14.xml" ContentType="application/vnd.openxmlformats-officedocument.presentationml.slideLayout+xml"/>
  <Override PartName="/ppt/notesSlides/notesSlide20.xml" ContentType="application/vnd.openxmlformats-officedocument.presentationml.notesSlide+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slides/slide7.xml" ContentType="application/vnd.openxmlformats-officedocument.presentationml.slide+xml"/>
  <Override PartName="/ppt/notesSlides/notesSlide21.xml" ContentType="application/vnd.openxmlformats-officedocument.presentationml.notes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22.xml" ContentType="application/vnd.openxmlformats-officedocument.presentationml.notes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7.xml" ContentType="application/vnd.openxmlformats-officedocument.presentationml.notesSlide+xml"/>
  <Override PartName="/ppt/slides/slide27.xml" ContentType="application/vnd.openxmlformats-officedocument.presentationml.slide+xml"/>
  <Override PartName="/ppt/slides/slide2.xml" ContentType="application/vnd.openxmlformats-officedocument.presentationml.slide+xml"/>
  <Override PartName="/ppt/slideLayouts/slideLayout6.xml" ContentType="application/vnd.openxmlformats-officedocument.presentationml.slideLayout+xml"/>
  <Override PartName="/ppt/slideLayouts/slideLayout13.xml" ContentType="application/vnd.openxmlformats-officedocument.presentationml.slideLayout+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10.xml" ContentType="application/vnd.openxmlformats-officedocument.presentationml.slideLayout+xml"/>
  <Override PartName="/ppt/slides/slide19.xml" ContentType="application/vnd.openxmlformats-officedocument.presentationml.slide+xml"/>
  <Override PartName="/ppt/slideLayouts/slideLayout15.xml" ContentType="application/vnd.openxmlformats-officedocument.presentationml.slideLayout+xml"/>
  <Override PartName="/ppt/slides/slide11.xml" ContentType="application/vnd.openxmlformats-officedocument.presentationml.slide+xml"/>
  <Override PartName="/ppt/slides/slide8.xml" ContentType="application/vnd.openxmlformats-officedocument.presentationml.slide+xml"/>
  <Override PartName="/ppt/slideLayouts/slideLayout12.xml" ContentType="application/vnd.openxmlformats-officedocument.presentationml.slideLayout+xml"/>
  <Override PartName="/ppt/slides/slide24.xml" ContentType="application/vnd.openxmlformats-officedocument.presentationml.slide+xml"/>
  <Override PartName="/ppt/notesSlides/notesSlide3.xml" ContentType="application/vnd.openxmlformats-officedocument.presentationml.notesSlide+xml"/>
  <Override PartName="/ppt/slideMasters/slideMaster2.xml" ContentType="application/vnd.openxmlformats-officedocument.presentationml.slideMaster+xml"/>
  <Override PartName="/docProps/app.xml" ContentType="application/vnd.openxmlformats-officedocument.extended-properties+xml"/>
  <Override PartName="/ppt/presentation.xml" ContentType="application/vnd.openxmlformats-officedocument.presentationml.presentation.main+xml"/>
  <Override PartName="/docProps/core.xml" ContentType="application/vnd.openxmlformats-package.core-properties+xml"/>
  <Override PartName="/ppt/notesSlides/notesSlide19.xml" ContentType="application/vnd.openxmlformats-officedocument.presentationml.notesSlide+xml"/>
  <Override PartName="/ppt/theme/theme3.xml" ContentType="application/vnd.openxmlformats-officedocument.theme+xml"/>
  <Override PartName="/ppt/theme/theme1.xml" ContentType="application/vnd.openxmlformats-officedocument.theme+xml"/>
  <Override PartName="/ppt/notesSlides/notesSlide9.xml" ContentType="application/vnd.openxmlformats-officedocument.presentationml.notesSlide+xml"/>
  <Override PartName="/ppt/slideLayouts/slideLayout17.xml" ContentType="application/vnd.openxmlformats-officedocument.presentationml.slideLayout+xml"/>
  <Override PartName="/ppt/theme/theme5.xml" ContentType="application/vnd.openxmlformats-officedocument.theme+xml"/>
  <Override PartName="/ppt/slides/slide21.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s/slide26.xml" ContentType="application/vnd.openxmlformats-officedocument.presentationml.slide+xml"/>
  <Override PartName="/ppt/notesSlides/notesSlide16.xml" ContentType="application/vnd.openxmlformats-officedocument.presentationml.notesSlide+xml"/>
  <Override PartName="/ppt/tableStyles.xml" ContentType="application/vnd.openxmlformats-officedocument.presentationml.tableStyles+xml"/>
  <Override PartName="/ppt/slides/slide15.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Masters/slideMaster5.xml" ContentType="application/vnd.openxmlformats-officedocument.presentationml.slideMaster+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viewProps.xml" ContentType="application/vnd.openxmlformats-officedocument.presentationml.viewProps+xml"/>
  <Override PartName="/ppt/slides/slide20.xml" ContentType="application/vnd.openxmlformats-officedocument.presentationml.slide+xml"/>
  <Override PartName="/ppt/slides/slide22.xml" ContentType="application/vnd.openxmlformats-officedocument.presentationml.slide+xml"/>
  <Override PartName="/ppt/theme/theme4.xml" ContentType="application/vnd.openxmlformats-officedocument.theme+xml"/>
  <Override PartName="/ppt/slideLayouts/slideLayout8.xml" ContentType="application/vnd.openxmlformats-officedocument.presentationml.slideLayout+xml"/>
  <Override PartName="/ppt/slides/slide23.xml" ContentType="application/vnd.openxmlformats-officedocument.presentationml.slide+xml"/>
  <Override PartName="/ppt/slideMasters/slideMaster4.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slides/slide16.xml" ContentType="application/vnd.openxmlformats-officedocument.presentationml.slide+xml"/>
  <Override PartName="/ppt/notesSlides/notesSlide18.xml" ContentType="application/vnd.openxmlformats-officedocument.presentationml.notesSlide+xml"/>
  <Override PartName="/ppt/slideLayouts/slideLayout19.xml" ContentType="application/vnd.openxmlformats-officedocument.presentationml.slideLayout+xml"/>
  <Override PartName="/ppt/slides/slide3.xml" ContentType="application/vnd.openxmlformats-officedocument.presentationml.slide+xml"/>
  <Override PartName="/ppt/slideLayouts/slideLayout18.xml" ContentType="application/vnd.openxmlformats-officedocument.presentationml.slideLayout+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a="http://schemas.openxmlformats.org/drawingml/2006/main" xmlns:p="http://schemas.openxmlformats.org/presentationml/2006/main" xmlns:r="http://schemas.openxmlformats.org/officeDocument/2006/relationships" firstSlideNum="1">
  <p:sldMasterIdLst>
    <p:sldMasterId id="2147483648" r:id="rId0"/>
    <p:sldMasterId id="2147483660" r:id="rId1"/>
    <p:sldMasterId id="2147483667" r:id="rId2"/>
    <p:sldMasterId id="2147483669" r:id="rId3"/>
    <p:sldMasterId id="2147483671" r:id="rId4"/>
  </p:sldMasterIdLst>
  <p:notesMasterIdLst>
    <p:notesMasterId r:id="rId3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x="12192000" cy="6858000"/>
  <p:notesSz cx="6858000" cy="9144000"/>
  <p:defaultTextStyle>
    <a:defPPr>
      <a:defRPr lang="zh-CN"/>
    </a:defPPr>
    <a:lvl1pPr marL="0" algn="l" defTabSz="914400" rtl="false" eaLnBrk="true" latinLnBrk="false" hangingPunct="true">
      <a:defRPr sz="1800" kern="1200">
        <a:solidFill>
          <a:schemeClr val="tx1"/>
        </a:solidFill>
        <a:latin typeface="+mn-lt"/>
        <a:ea typeface="+mn-ea"/>
        <a:cs typeface="+mn-cs"/>
      </a:defRPr>
    </a:lvl1pPr>
    <a:lvl2pPr marL="457200" algn="l" defTabSz="914400" rtl="false" eaLnBrk="true" latinLnBrk="false" hangingPunct="true">
      <a:defRPr sz="1800" kern="1200">
        <a:solidFill>
          <a:schemeClr val="tx1"/>
        </a:solidFill>
        <a:latin typeface="+mn-lt"/>
        <a:ea typeface="+mn-ea"/>
        <a:cs typeface="+mn-cs"/>
      </a:defRPr>
    </a:lvl2pPr>
    <a:lvl3pPr marL="914400" algn="l" defTabSz="914400" rtl="false" eaLnBrk="true" latinLnBrk="false" hangingPunct="true">
      <a:defRPr sz="1800" kern="1200">
        <a:solidFill>
          <a:schemeClr val="tx1"/>
        </a:solidFill>
        <a:latin typeface="+mn-lt"/>
        <a:ea typeface="+mn-ea"/>
        <a:cs typeface="+mn-cs"/>
      </a:defRPr>
    </a:lvl3pPr>
    <a:lvl4pPr marL="1371600" algn="l" defTabSz="914400" rtl="false" eaLnBrk="true" latinLnBrk="false" hangingPunct="true">
      <a:defRPr sz="1800" kern="1200">
        <a:solidFill>
          <a:schemeClr val="tx1"/>
        </a:solidFill>
        <a:latin typeface="+mn-lt"/>
        <a:ea typeface="+mn-ea"/>
        <a:cs typeface="+mn-cs"/>
      </a:defRPr>
    </a:lvl4pPr>
    <a:lvl5pPr marL="1828800" algn="l" defTabSz="914400" rtl="false" eaLnBrk="true" latinLnBrk="false" hangingPunct="true">
      <a:defRPr sz="1800" kern="1200">
        <a:solidFill>
          <a:schemeClr val="tx1"/>
        </a:solidFill>
        <a:latin typeface="+mn-lt"/>
        <a:ea typeface="+mn-ea"/>
        <a:cs typeface="+mn-cs"/>
      </a:defRPr>
    </a:lvl5pPr>
    <a:lvl6pPr marL="2286000" algn="l" defTabSz="914400" rtl="false" eaLnBrk="true" latinLnBrk="false" hangingPunct="true">
      <a:defRPr sz="1800" kern="1200">
        <a:solidFill>
          <a:schemeClr val="tx1"/>
        </a:solidFill>
        <a:latin typeface="+mn-lt"/>
        <a:ea typeface="+mn-ea"/>
        <a:cs typeface="+mn-cs"/>
      </a:defRPr>
    </a:lvl6pPr>
    <a:lvl7pPr marL="2743200" algn="l" defTabSz="914400" rtl="false" eaLnBrk="true" latinLnBrk="false" hangingPunct="true">
      <a:defRPr sz="1800" kern="1200">
        <a:solidFill>
          <a:schemeClr val="tx1"/>
        </a:solidFill>
        <a:latin typeface="+mn-lt"/>
        <a:ea typeface="+mn-ea"/>
        <a:cs typeface="+mn-cs"/>
      </a:defRPr>
    </a:lvl7pPr>
    <a:lvl8pPr marL="3200400" algn="l" defTabSz="914400" rtl="false" eaLnBrk="true" latinLnBrk="false" hangingPunct="true">
      <a:defRPr sz="1800" kern="1200">
        <a:solidFill>
          <a:schemeClr val="tx1"/>
        </a:solidFill>
        <a:latin typeface="+mn-lt"/>
        <a:ea typeface="+mn-ea"/>
        <a:cs typeface="+mn-cs"/>
      </a:defRPr>
    </a:lvl8pPr>
    <a:lvl9pPr marL="3657600" algn="l" defTabSz="914400" rtl="false" eaLnBrk="true" latinLnBrk="false" hangingPunct="true">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p="http://schemas.openxmlformats.org/presentationml/2006/main">
  <p:clrMru>
    <a:srgbClr val="B88F4D"/>
    <a:srgbClr val="7B2425"/>
    <a:srgbClr val="58267E"/>
    <a:srgbClr val="EEDDF5"/>
    <a:srgbClr val="C8000A"/>
    <a:srgbClr val="89342C"/>
    <a:srgbClr val="681615"/>
    <a:srgbClr val="FFFFFF"/>
    <a:srgbClr val="DCDCDC"/>
    <a:srgbClr val="F0F0F0"/>
  </p:clrMru>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horzBarState="maximized">
    <p:restoredLeft sz="13763" autoAdjust="false"/>
    <p:restoredTop sz="94660"/>
  </p:normalViewPr>
  <p:slideViewPr>
    <p:cSldViewPr snapToGrid="false">
      <p:cViewPr varScale="true">
        <p:scale>
          <a:sx n="104" d="100"/>
          <a:sy n="104" d="100"/>
        </p:scale>
        <p:origin x="904" y="192"/>
      </p:cViewPr>
      <p:guideLst/>
    </p:cSldViewPr>
  </p:slideViewPr>
  <p:notesTextViewPr>
    <p:cViewPr>
      <p:scale>
        <a:sx n="3" d="2"/>
        <a:sy n="3" d="2"/>
      </p:scale>
      <p:origin x="0" y="0"/>
    </p:cViewPr>
  </p:notesTextViewPr>
  <p:sorterViewPr>
    <p:cViewPr varScale="true">
      <p:scale>
        <a:sx n="100" d="100"/>
        <a:sy n="100" d="100"/>
      </p:scale>
      <p:origin x="0" y="0"/>
    </p:cViewPr>
  </p:sorterViewPr>
  <p:notesViewPr>
    <p:cSldViewPr snapToGrid="false">
      <p:cViewPr varScale="true">
        <p:scale>
          <a:sx n="92" d="100"/>
          <a:sy n="92" d="100"/>
        </p:scale>
        <p:origin x="2550" y="102"/>
      </p:cViewPr>
      <p:guideLst/>
    </p:cSldViewPr>
  </p:notesViewPr>
  <p:gridSpacing cx="72008" cy="72008"/>
</p:viewPr>
</file>

<file path=ppt/_rels/presentation.xml.rels><?xml version="1.0" encoding="UTF-8" standalone="yes"?><Relationships xmlns="http://schemas.openxmlformats.org/package/2006/relationships"><Relationship Id="rId9" Type="http://schemas.openxmlformats.org/officeDocument/2006/relationships/slide" Target="slides/slide5.xml" /><Relationship Id="rId8" Type="http://schemas.openxmlformats.org/officeDocument/2006/relationships/slide" Target="slides/slide4.xml" /><Relationship Id="rId30" Type="http://schemas.openxmlformats.org/officeDocument/2006/relationships/slide" Target="slides/slide26.xml" /><Relationship Id="rId20" Type="http://schemas.openxmlformats.org/officeDocument/2006/relationships/slide" Target="slides/slide16.xml" /><Relationship Id="rId2" Type="http://schemas.openxmlformats.org/officeDocument/2006/relationships/slideMaster" Target="slideMasters/slideMaster3.xml" /><Relationship Id="rId19" Type="http://schemas.openxmlformats.org/officeDocument/2006/relationships/slide" Target="slides/slide15.xml" /><Relationship Id="rId22" Type="http://schemas.openxmlformats.org/officeDocument/2006/relationships/slide" Target="slides/slide18.xml" /><Relationship Id="rId18" Type="http://schemas.openxmlformats.org/officeDocument/2006/relationships/slide" Target="slides/slide14.xml" /><Relationship Id="rId15" Type="http://schemas.openxmlformats.org/officeDocument/2006/relationships/slide" Target="slides/slide11.xml" /><Relationship Id="rId4" Type="http://schemas.openxmlformats.org/officeDocument/2006/relationships/slideMaster" Target="slideMasters/slideMaster5.xml" /><Relationship Id="rId5" Type="http://schemas.openxmlformats.org/officeDocument/2006/relationships/slide" Target="slides/slide1.xml" /><Relationship Id="rId36" Type="http://schemas.openxmlformats.org/officeDocument/2006/relationships/tableStyles" Target="tableStyles.xml" /><Relationship Id="rId1" Type="http://schemas.openxmlformats.org/officeDocument/2006/relationships/slideMaster" Target="slideMasters/slideMaster2.xml" /><Relationship Id="rId37" Type="http://schemas.openxmlformats.org/officeDocument/2006/relationships/viewProps" Target="viewProps.xml" /><Relationship Id="rId0" Type="http://schemas.openxmlformats.org/officeDocument/2006/relationships/slideMaster" Target="slideMasters/slideMaster1.xml" /><Relationship Id="rId14" Type="http://schemas.openxmlformats.org/officeDocument/2006/relationships/slide" Target="slides/slide10.xml" /><Relationship Id="rId29" Type="http://schemas.openxmlformats.org/officeDocument/2006/relationships/slide" Target="slides/slide25.xml" /><Relationship Id="rId16" Type="http://schemas.openxmlformats.org/officeDocument/2006/relationships/slide" Target="slides/slide12.xml" /><Relationship Id="rId21" Type="http://schemas.openxmlformats.org/officeDocument/2006/relationships/slide" Target="slides/slide17.xml" /><Relationship Id="rId13" Type="http://schemas.openxmlformats.org/officeDocument/2006/relationships/slide" Target="slides/slide9.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slide" Target="slides/slide21.xml" /><Relationship Id="rId26" Type="http://schemas.openxmlformats.org/officeDocument/2006/relationships/slide" Target="slides/slide22.xml" /><Relationship Id="rId6" Type="http://schemas.openxmlformats.org/officeDocument/2006/relationships/slide" Target="slides/slide2.xml" /><Relationship Id="rId27" Type="http://schemas.openxmlformats.org/officeDocument/2006/relationships/slide" Target="slides/slide23.xml" /><Relationship Id="rId17" Type="http://schemas.openxmlformats.org/officeDocument/2006/relationships/slide" Target="slides/slide13.xml" /><Relationship Id="rId34" Type="http://schemas.openxmlformats.org/officeDocument/2006/relationships/notesMaster" Target="notesMasters/notesMaster1.xml" /><Relationship Id="rId28" Type="http://schemas.openxmlformats.org/officeDocument/2006/relationships/slide" Target="slides/slide24.xml" /><Relationship Id="rId3" Type="http://schemas.openxmlformats.org/officeDocument/2006/relationships/slideMaster" Target="slideMasters/slideMaster4.xml" /><Relationship Id="rId33" Type="http://schemas.openxmlformats.org/officeDocument/2006/relationships/slide" Target="slides/slide29.xml" /><Relationship Id="rId35" Type="http://schemas.openxmlformats.org/officeDocument/2006/relationships/presProps" Target="presProps.xml" /><Relationship Id="rId31" Type="http://schemas.openxmlformats.org/officeDocument/2006/relationships/slide" Target="slides/slide27.xml" /><Relationship Id="rId32" Type="http://schemas.openxmlformats.org/officeDocument/2006/relationships/slide" Target="slides/slide28.xml" /><Relationship Id="rId7" Type="http://schemas.openxmlformats.org/officeDocument/2006/relationships/slide" Target="slides/slide3.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true"/>
          </p:cNvSpPr>
          <p:nvPr>
            <p:ph type="hdr" sz="quarter"/>
          </p:nvPr>
        </p:nvSpPr>
        <p:spPr>
          <a:xfrm>
            <a:off x="0" y="0"/>
            <a:ext cx="2971800" cy="458788"/>
          </a:xfrm>
          <a:prstGeom prst="rect">
            <a:avLst/>
          </a:prstGeom>
        </p:spPr>
        <p:txBody>
          <a:bodyPr vert="horz" lIns="91440" tIns="45720" rIns="91440" bIns="45720" rtlCol="false"/>
          <a:lstStyle>
            <a:lvl1pPr algn="l">
              <a:defRPr sz="1200"/>
            </a:lvl1pPr>
          </a:lstStyle>
          <a:p>
            <a:pPr/>
            <a:endParaRPr lang="zh-CN" altLang="en-US"/>
          </a:p>
        </p:txBody>
      </p:sp>
      <p:sp>
        <p:nvSpPr>
          <p:cNvPr id="3" name="日期占位符 2"/>
          <p:cNvSpPr>
            <a:spLocks noGrp="true"/>
          </p:cNvSpPr>
          <p:nvPr>
            <p:ph type="dt" idx="1"/>
          </p:nvPr>
        </p:nvSpPr>
        <p:spPr>
          <a:xfrm>
            <a:off x="3884613" y="0"/>
            <a:ext cx="2971800" cy="458788"/>
          </a:xfrm>
          <a:prstGeom prst="rect">
            <a:avLst/>
          </a:prstGeom>
        </p:spPr>
        <p:txBody>
          <a:bodyPr vert="horz" lIns="91440" tIns="45720" rIns="91440" bIns="45720" rtlCol="false"/>
          <a:lstStyle>
            <a:lvl1pPr algn="r">
              <a:defRPr sz="1200"/>
            </a:lvl1pPr>
          </a:lstStyle>
          <a:p>
            <a:pPr/>
            <a:fld id="{D2A48B96-639E-45A3-A0BA-2464DFDB1FAA}" type="datetimeFigureOut">
              <a:rPr lang="zh-CN" altLang="en-US" smtClean="false"/>
              <a:t>2022/1/5</a:t>
            </a:fld>
            <a:endParaRPr lang="zh-CN" altLang="en-US"/>
          </a:p>
        </p:txBody>
      </p:sp>
      <p:sp>
        <p:nvSpPr>
          <p:cNvPr id="4" name="幻灯片图像占位符 3"/>
          <p:cNvSpPr>
            <a:spLocks noGrp="true" noRot="true" noChangeAspect="true"/>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false" anchor="ctr"/>
          <a:lstStyle/>
          <a:p>
            <a:pPr/>
            <a:endParaRPr lang="zh-CN" altLang="en-US"/>
          </a:p>
        </p:txBody>
      </p:sp>
      <p:sp>
        <p:nvSpPr>
          <p:cNvPr id="5" name="备注占位符 4"/>
          <p:cNvSpPr>
            <a:spLocks noGrp="true"/>
          </p:cNvSpPr>
          <p:nvPr>
            <p:ph type="body" sz="quarter" idx="3"/>
          </p:nvPr>
        </p:nvSpPr>
        <p:spPr>
          <a:xfrm>
            <a:off x="685800" y="4400550"/>
            <a:ext cx="5486400" cy="3600450"/>
          </a:xfrm>
          <a:prstGeom prst="rect">
            <a:avLst/>
          </a:prstGeom>
        </p:spPr>
        <p:txBody>
          <a:bodyPr vert="horz" lIns="91440" tIns="45720" rIns="91440" bIns="45720" rtlCol="false"/>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6" name="页脚占位符 5"/>
          <p:cNvSpPr>
            <a:spLocks noGrp="true"/>
          </p:cNvSpPr>
          <p:nvPr>
            <p:ph type="ftr" sz="quarter" idx="4"/>
          </p:nvPr>
        </p:nvSpPr>
        <p:spPr>
          <a:xfrm>
            <a:off x="0" y="8685213"/>
            <a:ext cx="2971800" cy="458787"/>
          </a:xfrm>
          <a:prstGeom prst="rect">
            <a:avLst/>
          </a:prstGeom>
        </p:spPr>
        <p:txBody>
          <a:bodyPr vert="horz" lIns="91440" tIns="45720" rIns="91440" bIns="45720" rtlCol="false" anchor="b"/>
          <a:lstStyle>
            <a:lvl1pPr algn="l">
              <a:defRPr sz="1200"/>
            </a:lvl1pPr>
          </a:lstStyle>
          <a:p>
            <a:pPr/>
            <a:endParaRPr lang="zh-CN" altLang="en-US"/>
          </a:p>
        </p:txBody>
      </p:sp>
      <p:sp>
        <p:nvSpPr>
          <p:cNvPr id="7" name="灯片编号占位符 6"/>
          <p:cNvSpPr>
            <a:spLocks noGrp="true"/>
          </p:cNvSpPr>
          <p:nvPr>
            <p:ph type="sldNum" sz="quarter" idx="5"/>
          </p:nvPr>
        </p:nvSpPr>
        <p:spPr>
          <a:xfrm>
            <a:off x="3884613" y="8685213"/>
            <a:ext cx="2971800" cy="458787"/>
          </a:xfrm>
          <a:prstGeom prst="rect">
            <a:avLst/>
          </a:prstGeom>
        </p:spPr>
        <p:txBody>
          <a:bodyPr vert="horz" lIns="91440" tIns="45720" rIns="91440" bIns="45720" rtlCol="false" anchor="b"/>
          <a:lstStyle>
            <a:lvl1pPr algn="r">
              <a:defRPr sz="1200"/>
            </a:lvl1pPr>
          </a:lstStyle>
          <a:p>
            <a:pPr/>
            <a:fld id="{A6837353-30EB-4A48-80EB-173D804AEFBD}" type="slidenum">
              <a:rPr lang="zh-CN" altLang="en-US" smtClean="false"/>
              <a:t>‹#›</a:t>
            </a:fld>
            <a:endParaRPr lang="zh-CN" altLang="en-US"/>
          </a:p>
        </p:txBody>
      </p:sp>
    </p:spTree>
  </p:cSld>
  <p:clrMap bg1="lt1" tx1="dk1" bg2="lt2" tx2="dk2" accent1="accent1" accent2="accent2" accent3="accent3" accent4="accent4" accent5="accent5" accent6="accent6" hlink="hlink" folHlink="folHlink"/>
  <p:notesStyle>
    <a:lvl1pPr marL="0" algn="l" defTabSz="914400" rtl="false" eaLnBrk="true" latinLnBrk="false" hangingPunct="true">
      <a:defRPr sz="1200" kern="1200">
        <a:solidFill>
          <a:schemeClr val="tx1"/>
        </a:solidFill>
        <a:latin typeface="+mn-lt"/>
        <a:ea typeface="+mn-ea"/>
        <a:cs typeface="+mn-cs"/>
      </a:defRPr>
    </a:lvl1pPr>
    <a:lvl2pPr marL="457200" algn="l" defTabSz="914400" rtl="false" eaLnBrk="true" latinLnBrk="false" hangingPunct="true">
      <a:defRPr sz="1200" kern="1200">
        <a:solidFill>
          <a:schemeClr val="tx1"/>
        </a:solidFill>
        <a:latin typeface="+mn-lt"/>
        <a:ea typeface="+mn-ea"/>
        <a:cs typeface="+mn-cs"/>
      </a:defRPr>
    </a:lvl2pPr>
    <a:lvl3pPr marL="914400" algn="l" defTabSz="914400" rtl="false" eaLnBrk="true" latinLnBrk="false" hangingPunct="true">
      <a:defRPr sz="1200" kern="1200">
        <a:solidFill>
          <a:schemeClr val="tx1"/>
        </a:solidFill>
        <a:latin typeface="+mn-lt"/>
        <a:ea typeface="+mn-ea"/>
        <a:cs typeface="+mn-cs"/>
      </a:defRPr>
    </a:lvl3pPr>
    <a:lvl4pPr marL="1371600" algn="l" defTabSz="914400" rtl="false" eaLnBrk="true" latinLnBrk="false" hangingPunct="true">
      <a:defRPr sz="1200" kern="1200">
        <a:solidFill>
          <a:schemeClr val="tx1"/>
        </a:solidFill>
        <a:latin typeface="+mn-lt"/>
        <a:ea typeface="+mn-ea"/>
        <a:cs typeface="+mn-cs"/>
      </a:defRPr>
    </a:lvl4pPr>
    <a:lvl5pPr marL="1828800" algn="l" defTabSz="914400" rtl="false" eaLnBrk="true" latinLnBrk="false" hangingPunct="true">
      <a:defRPr sz="1200" kern="1200">
        <a:solidFill>
          <a:schemeClr val="tx1"/>
        </a:solidFill>
        <a:latin typeface="+mn-lt"/>
        <a:ea typeface="+mn-ea"/>
        <a:cs typeface="+mn-cs"/>
      </a:defRPr>
    </a:lvl5pPr>
    <a:lvl6pPr marL="2286000" algn="l" defTabSz="914400" rtl="false" eaLnBrk="true" latinLnBrk="false" hangingPunct="true">
      <a:defRPr sz="1200" kern="1200">
        <a:solidFill>
          <a:schemeClr val="tx1"/>
        </a:solidFill>
        <a:latin typeface="+mn-lt"/>
        <a:ea typeface="+mn-ea"/>
        <a:cs typeface="+mn-cs"/>
      </a:defRPr>
    </a:lvl6pPr>
    <a:lvl7pPr marL="2743200" algn="l" defTabSz="914400" rtl="false" eaLnBrk="true" latinLnBrk="false" hangingPunct="true">
      <a:defRPr sz="1200" kern="1200">
        <a:solidFill>
          <a:schemeClr val="tx1"/>
        </a:solidFill>
        <a:latin typeface="+mn-lt"/>
        <a:ea typeface="+mn-ea"/>
        <a:cs typeface="+mn-cs"/>
      </a:defRPr>
    </a:lvl7pPr>
    <a:lvl8pPr marL="3200400" algn="l" defTabSz="914400" rtl="false" eaLnBrk="true" latinLnBrk="false" hangingPunct="true">
      <a:defRPr sz="1200" kern="1200">
        <a:solidFill>
          <a:schemeClr val="tx1"/>
        </a:solidFill>
        <a:latin typeface="+mn-lt"/>
        <a:ea typeface="+mn-ea"/>
        <a:cs typeface="+mn-cs"/>
      </a:defRPr>
    </a:lvl8pPr>
    <a:lvl9pPr marL="3657600" algn="l" defTabSz="914400" rtl="false" eaLnBrk="true" latinLnBrk="false" hangingPunct="true">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6.xml" /></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7.xml" /></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8.xml" /></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9.xml" /></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0.xml" /></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1.xml" /></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2.xml" /></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3.xml" /></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4.xml" /></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6.xml" /></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7.xml" /></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9.xml" /></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1.xml" /></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2.xml" /></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7.xml" /></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8.xml" /></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9.xml" /></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1.xml" /></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2.xml" /></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3.xml" /></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4.xml" /></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 /><Relationship Id="rId0" Type="http://schemas.openxmlformats.org/officeDocument/2006/relationships/slide" Target="../slides/slide5.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true" noRot="true" noChangeAspect="true"/>
          </p:cNvSpPr>
          <p:nvPr>
            <p:ph type="sldImg"/>
          </p:nvPr>
        </p:nvSpPr>
        <p:spPr/>
        <p:txBody>
          <a:bodyPr/>
          <a:p>
            <a:pPr/>
            <a:endParaRPr/>
          </a:p>
        </p:txBody>
      </p:sp>
      <p:sp>
        <p:nvSpPr>
          <p:cNvPr id="3" name="备注占位符 2"/>
          <p:cNvSpPr>
            <a:spLocks noGrp="true"/>
          </p:cNvSpPr>
          <p:nvPr>
            <p:ph type="body" idx="1"/>
          </p:nvPr>
        </p:nvSpPr>
        <p:spPr/>
        <p:txBody>
          <a:bodyPr/>
          <a:lstStyle/>
          <a:p>
            <a:pPr/>
            <a:endParaRPr lang="zh-CN" altLang="en-US"/>
          </a:p>
        </p:txBody>
      </p:sp>
      <p:sp>
        <p:nvSpPr>
          <p:cNvPr id="4"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2.xml><?xml version="1.0" encoding="utf-8"?>
<p:notes xmlns:a="http://schemas.openxmlformats.org/drawingml/2006/main" xmlns:p="http://schemas.openxmlformats.org/presentationml/2006/main">
  <p:cSld>
    <p:spTree>
      <p:nvGrpSpPr>
        <p:cNvPr id="5" name=""/>
        <p:cNvGrpSpPr/>
        <p:nvPr/>
      </p:nvGrpSpPr>
      <p:grpSpPr>
        <a:xfrm>
          <a:off x="0" y="0"/>
          <a:ext cx="0" cy="0"/>
          <a:chOff x="0" y="0"/>
          <a:chExt cx="0" cy="0"/>
        </a:xfrm>
      </p:grpSpPr>
      <p:sp>
        <p:nvSpPr>
          <p:cNvPr id="6" name="幻灯片图像占位符 1"/>
          <p:cNvSpPr>
            <a:spLocks noGrp="true" noRot="true" noChangeAspect="true"/>
          </p:cNvSpPr>
          <p:nvPr>
            <p:ph type="sldImg"/>
          </p:nvPr>
        </p:nvSpPr>
        <p:spPr/>
        <p:txBody>
          <a:bodyPr/>
          <a:p>
            <a:pPr/>
            <a:endParaRPr/>
          </a:p>
        </p:txBody>
      </p:sp>
      <p:sp>
        <p:nvSpPr>
          <p:cNvPr id="7" name="备注占位符 2"/>
          <p:cNvSpPr>
            <a:spLocks noGrp="true"/>
          </p:cNvSpPr>
          <p:nvPr>
            <p:ph type="body" idx="1"/>
          </p:nvPr>
        </p:nvSpPr>
        <p:spPr/>
        <p:txBody>
          <a:bodyPr/>
          <a:lstStyle/>
          <a:p>
            <a:pPr/>
            <a:endParaRPr lang="zh-CN" altLang="en-US"/>
          </a:p>
        </p:txBody>
      </p:sp>
      <p:sp>
        <p:nvSpPr>
          <p:cNvPr id="8"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3.xml><?xml version="1.0" encoding="utf-8"?>
<p:notes xmlns:a="http://schemas.openxmlformats.org/drawingml/2006/main" xmlns:p="http://schemas.openxmlformats.org/presentationml/2006/main">
  <p:cSld>
    <p:spTree>
      <p:nvGrpSpPr>
        <p:cNvPr id="9" name=""/>
        <p:cNvGrpSpPr/>
        <p:nvPr/>
      </p:nvGrpSpPr>
      <p:grpSpPr>
        <a:xfrm>
          <a:off x="0" y="0"/>
          <a:ext cx="0" cy="0"/>
          <a:chOff x="0" y="0"/>
          <a:chExt cx="0" cy="0"/>
        </a:xfrm>
      </p:grpSpPr>
      <p:sp>
        <p:nvSpPr>
          <p:cNvPr id="10" name="幻灯片图像占位符 1"/>
          <p:cNvSpPr>
            <a:spLocks noGrp="true" noRot="true" noChangeAspect="true"/>
          </p:cNvSpPr>
          <p:nvPr>
            <p:ph type="sldImg"/>
          </p:nvPr>
        </p:nvSpPr>
        <p:spPr/>
        <p:txBody>
          <a:bodyPr/>
          <a:p>
            <a:pPr/>
            <a:endParaRPr/>
          </a:p>
        </p:txBody>
      </p:sp>
      <p:sp>
        <p:nvSpPr>
          <p:cNvPr id="11" name="备注占位符 2"/>
          <p:cNvSpPr>
            <a:spLocks noGrp="true"/>
          </p:cNvSpPr>
          <p:nvPr>
            <p:ph type="body" idx="1"/>
          </p:nvPr>
        </p:nvSpPr>
        <p:spPr/>
        <p:txBody>
          <a:bodyPr/>
          <a:lstStyle/>
          <a:p>
            <a:pPr/>
            <a:endParaRPr lang="zh-CN" altLang="en-US"/>
          </a:p>
        </p:txBody>
      </p:sp>
      <p:sp>
        <p:nvSpPr>
          <p:cNvPr id="12"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4.xml><?xml version="1.0" encoding="utf-8"?>
<p:notes xmlns:a="http://schemas.openxmlformats.org/drawingml/2006/main" xmlns:p="http://schemas.openxmlformats.org/presentationml/2006/main">
  <p:cSld>
    <p:spTree>
      <p:nvGrpSpPr>
        <p:cNvPr id="13" name=""/>
        <p:cNvGrpSpPr/>
        <p:nvPr/>
      </p:nvGrpSpPr>
      <p:grpSpPr>
        <a:xfrm>
          <a:off x="0" y="0"/>
          <a:ext cx="0" cy="0"/>
          <a:chOff x="0" y="0"/>
          <a:chExt cx="0" cy="0"/>
        </a:xfrm>
      </p:grpSpPr>
      <p:sp>
        <p:nvSpPr>
          <p:cNvPr id="14" name="幻灯片图像占位符 1"/>
          <p:cNvSpPr>
            <a:spLocks noGrp="true" noRot="true" noChangeAspect="true"/>
          </p:cNvSpPr>
          <p:nvPr>
            <p:ph type="sldImg"/>
          </p:nvPr>
        </p:nvSpPr>
        <p:spPr/>
        <p:txBody>
          <a:bodyPr/>
          <a:p>
            <a:pPr/>
            <a:endParaRPr/>
          </a:p>
        </p:txBody>
      </p:sp>
      <p:sp>
        <p:nvSpPr>
          <p:cNvPr id="15" name="备注占位符 2"/>
          <p:cNvSpPr>
            <a:spLocks noGrp="true"/>
          </p:cNvSpPr>
          <p:nvPr>
            <p:ph type="body" idx="1"/>
          </p:nvPr>
        </p:nvSpPr>
        <p:spPr/>
        <p:txBody>
          <a:bodyPr/>
          <a:lstStyle/>
          <a:p>
            <a:pPr/>
            <a:endParaRPr lang="zh-CN" altLang="en-US"/>
          </a:p>
        </p:txBody>
      </p:sp>
      <p:sp>
        <p:nvSpPr>
          <p:cNvPr id="16"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5.xml><?xml version="1.0" encoding="utf-8"?>
<p:notes xmlns:a="http://schemas.openxmlformats.org/drawingml/2006/main" xmlns:p="http://schemas.openxmlformats.org/presentationml/2006/main">
  <p:cSld>
    <p:spTree>
      <p:nvGrpSpPr>
        <p:cNvPr id="17" name=""/>
        <p:cNvGrpSpPr/>
        <p:nvPr/>
      </p:nvGrpSpPr>
      <p:grpSpPr>
        <a:xfrm>
          <a:off x="0" y="0"/>
          <a:ext cx="0" cy="0"/>
          <a:chOff x="0" y="0"/>
          <a:chExt cx="0" cy="0"/>
        </a:xfrm>
      </p:grpSpPr>
      <p:sp>
        <p:nvSpPr>
          <p:cNvPr id="18" name="幻灯片图像占位符 1"/>
          <p:cNvSpPr>
            <a:spLocks noGrp="true" noRot="true" noChangeAspect="true"/>
          </p:cNvSpPr>
          <p:nvPr>
            <p:ph type="sldImg"/>
          </p:nvPr>
        </p:nvSpPr>
        <p:spPr/>
        <p:txBody>
          <a:bodyPr/>
          <a:p>
            <a:pPr/>
            <a:endParaRPr/>
          </a:p>
        </p:txBody>
      </p:sp>
      <p:sp>
        <p:nvSpPr>
          <p:cNvPr id="19" name="备注占位符 2"/>
          <p:cNvSpPr>
            <a:spLocks noGrp="true"/>
          </p:cNvSpPr>
          <p:nvPr>
            <p:ph type="body" idx="1"/>
          </p:nvPr>
        </p:nvSpPr>
        <p:spPr/>
        <p:txBody>
          <a:bodyPr/>
          <a:lstStyle/>
          <a:p>
            <a:pPr/>
            <a:endParaRPr lang="zh-CN" altLang="en-US"/>
          </a:p>
        </p:txBody>
      </p:sp>
      <p:sp>
        <p:nvSpPr>
          <p:cNvPr id="20"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6.xml><?xml version="1.0" encoding="utf-8"?>
<p:notes xmlns:a="http://schemas.openxmlformats.org/drawingml/2006/main" xmlns:p="http://schemas.openxmlformats.org/presentationml/2006/main">
  <p:cSld>
    <p:spTree>
      <p:nvGrpSpPr>
        <p:cNvPr id="21" name=""/>
        <p:cNvGrpSpPr/>
        <p:nvPr/>
      </p:nvGrpSpPr>
      <p:grpSpPr>
        <a:xfrm>
          <a:off x="0" y="0"/>
          <a:ext cx="0" cy="0"/>
          <a:chOff x="0" y="0"/>
          <a:chExt cx="0" cy="0"/>
        </a:xfrm>
      </p:grpSpPr>
      <p:sp>
        <p:nvSpPr>
          <p:cNvPr id="22" name="幻灯片图像占位符 1"/>
          <p:cNvSpPr>
            <a:spLocks noGrp="true" noRot="true" noChangeAspect="true"/>
          </p:cNvSpPr>
          <p:nvPr>
            <p:ph type="sldImg"/>
          </p:nvPr>
        </p:nvSpPr>
        <p:spPr/>
        <p:txBody>
          <a:bodyPr/>
          <a:p>
            <a:pPr/>
            <a:endParaRPr/>
          </a:p>
        </p:txBody>
      </p:sp>
      <p:sp>
        <p:nvSpPr>
          <p:cNvPr id="23" name="备注占位符 2"/>
          <p:cNvSpPr>
            <a:spLocks noGrp="true"/>
          </p:cNvSpPr>
          <p:nvPr>
            <p:ph type="body" idx="1"/>
          </p:nvPr>
        </p:nvSpPr>
        <p:spPr/>
        <p:txBody>
          <a:bodyPr/>
          <a:lstStyle/>
          <a:p>
            <a:pPr/>
            <a:endParaRPr lang="zh-CN" altLang="en-US"/>
          </a:p>
        </p:txBody>
      </p:sp>
      <p:sp>
        <p:nvSpPr>
          <p:cNvPr id="24"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7.xml><?xml version="1.0" encoding="utf-8"?>
<p:notes xmlns:a="http://schemas.openxmlformats.org/drawingml/2006/main" xmlns:p="http://schemas.openxmlformats.org/presentationml/2006/main">
  <p:cSld>
    <p:spTree>
      <p:nvGrpSpPr>
        <p:cNvPr id="25" name=""/>
        <p:cNvGrpSpPr/>
        <p:nvPr/>
      </p:nvGrpSpPr>
      <p:grpSpPr>
        <a:xfrm>
          <a:off x="0" y="0"/>
          <a:ext cx="0" cy="0"/>
          <a:chOff x="0" y="0"/>
          <a:chExt cx="0" cy="0"/>
        </a:xfrm>
      </p:grpSpPr>
      <p:sp>
        <p:nvSpPr>
          <p:cNvPr id="26" name="幻灯片图像占位符 1"/>
          <p:cNvSpPr>
            <a:spLocks noGrp="true" noRot="true" noChangeAspect="true"/>
          </p:cNvSpPr>
          <p:nvPr>
            <p:ph type="sldImg"/>
          </p:nvPr>
        </p:nvSpPr>
        <p:spPr/>
        <p:txBody>
          <a:bodyPr/>
          <a:p>
            <a:pPr/>
            <a:endParaRPr/>
          </a:p>
        </p:txBody>
      </p:sp>
      <p:sp>
        <p:nvSpPr>
          <p:cNvPr id="27" name="备注占位符 2"/>
          <p:cNvSpPr>
            <a:spLocks noGrp="true"/>
          </p:cNvSpPr>
          <p:nvPr>
            <p:ph type="body" idx="1"/>
          </p:nvPr>
        </p:nvSpPr>
        <p:spPr/>
        <p:txBody>
          <a:bodyPr/>
          <a:lstStyle/>
          <a:p>
            <a:pPr/>
            <a:endParaRPr lang="zh-CN" altLang="en-US"/>
          </a:p>
        </p:txBody>
      </p:sp>
      <p:sp>
        <p:nvSpPr>
          <p:cNvPr id="28"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8.xml><?xml version="1.0" encoding="utf-8"?>
<p:notes xmlns:a="http://schemas.openxmlformats.org/drawingml/2006/main" xmlns:p="http://schemas.openxmlformats.org/presentationml/2006/main">
  <p:cSld>
    <p:spTree>
      <p:nvGrpSpPr>
        <p:cNvPr id="29" name=""/>
        <p:cNvGrpSpPr/>
        <p:nvPr/>
      </p:nvGrpSpPr>
      <p:grpSpPr>
        <a:xfrm>
          <a:off x="0" y="0"/>
          <a:ext cx="0" cy="0"/>
          <a:chOff x="0" y="0"/>
          <a:chExt cx="0" cy="0"/>
        </a:xfrm>
      </p:grpSpPr>
      <p:sp>
        <p:nvSpPr>
          <p:cNvPr id="30" name="幻灯片图像占位符 1"/>
          <p:cNvSpPr>
            <a:spLocks noGrp="true" noRot="true" noChangeAspect="true"/>
          </p:cNvSpPr>
          <p:nvPr>
            <p:ph type="sldImg"/>
          </p:nvPr>
        </p:nvSpPr>
        <p:spPr/>
        <p:txBody>
          <a:bodyPr/>
          <a:p>
            <a:pPr/>
            <a:endParaRPr/>
          </a:p>
        </p:txBody>
      </p:sp>
      <p:sp>
        <p:nvSpPr>
          <p:cNvPr id="31" name="备注占位符 2"/>
          <p:cNvSpPr>
            <a:spLocks noGrp="true"/>
          </p:cNvSpPr>
          <p:nvPr>
            <p:ph type="body" idx="1"/>
          </p:nvPr>
        </p:nvSpPr>
        <p:spPr/>
        <p:txBody>
          <a:bodyPr/>
          <a:lstStyle/>
          <a:p>
            <a:pPr/>
            <a:endParaRPr lang="zh-CN" altLang="en-US" dirty="false"/>
          </a:p>
        </p:txBody>
      </p:sp>
      <p:sp>
        <p:nvSpPr>
          <p:cNvPr id="32"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9.xml><?xml version="1.0" encoding="utf-8"?>
<p:notes xmlns:a="http://schemas.openxmlformats.org/drawingml/2006/main" xmlns:p="http://schemas.openxmlformats.org/presentationml/2006/main">
  <p:cSld>
    <p:spTree>
      <p:nvGrpSpPr>
        <p:cNvPr id="33" name=""/>
        <p:cNvGrpSpPr/>
        <p:nvPr/>
      </p:nvGrpSpPr>
      <p:grpSpPr>
        <a:xfrm>
          <a:off x="0" y="0"/>
          <a:ext cx="0" cy="0"/>
          <a:chOff x="0" y="0"/>
          <a:chExt cx="0" cy="0"/>
        </a:xfrm>
      </p:grpSpPr>
      <p:sp>
        <p:nvSpPr>
          <p:cNvPr id="34" name="幻灯片图像占位符 1"/>
          <p:cNvSpPr>
            <a:spLocks noGrp="true" noRot="true" noChangeAspect="true"/>
          </p:cNvSpPr>
          <p:nvPr>
            <p:ph type="sldImg"/>
          </p:nvPr>
        </p:nvSpPr>
        <p:spPr/>
        <p:txBody>
          <a:bodyPr/>
          <a:p>
            <a:pPr/>
            <a:endParaRPr/>
          </a:p>
        </p:txBody>
      </p:sp>
      <p:sp>
        <p:nvSpPr>
          <p:cNvPr id="35" name="备注占位符 2"/>
          <p:cNvSpPr>
            <a:spLocks noGrp="true"/>
          </p:cNvSpPr>
          <p:nvPr>
            <p:ph type="body" idx="1"/>
          </p:nvPr>
        </p:nvSpPr>
        <p:spPr/>
        <p:txBody>
          <a:bodyPr/>
          <a:lstStyle/>
          <a:p>
            <a:pPr/>
            <a:endParaRPr lang="zh-CN" altLang="en-US" dirty="false"/>
          </a:p>
        </p:txBody>
      </p:sp>
      <p:sp>
        <p:nvSpPr>
          <p:cNvPr id="36"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0.xml><?xml version="1.0" encoding="utf-8"?>
<p:notes xmlns:a="http://schemas.openxmlformats.org/drawingml/2006/main" xmlns:p="http://schemas.openxmlformats.org/presentationml/2006/main">
  <p:cSld>
    <p:spTree>
      <p:nvGrpSpPr>
        <p:cNvPr id="37" name=""/>
        <p:cNvGrpSpPr/>
        <p:nvPr/>
      </p:nvGrpSpPr>
      <p:grpSpPr>
        <a:xfrm>
          <a:off x="0" y="0"/>
          <a:ext cx="0" cy="0"/>
          <a:chOff x="0" y="0"/>
          <a:chExt cx="0" cy="0"/>
        </a:xfrm>
      </p:grpSpPr>
      <p:sp>
        <p:nvSpPr>
          <p:cNvPr id="38" name="幻灯片图像占位符 1"/>
          <p:cNvSpPr>
            <a:spLocks noGrp="true" noRot="true" noChangeAspect="true"/>
          </p:cNvSpPr>
          <p:nvPr>
            <p:ph type="sldImg"/>
          </p:nvPr>
        </p:nvSpPr>
        <p:spPr/>
        <p:txBody>
          <a:bodyPr/>
          <a:p>
            <a:pPr/>
            <a:endParaRPr/>
          </a:p>
        </p:txBody>
      </p:sp>
      <p:sp>
        <p:nvSpPr>
          <p:cNvPr id="39" name="备注占位符 2"/>
          <p:cNvSpPr>
            <a:spLocks noGrp="true"/>
          </p:cNvSpPr>
          <p:nvPr>
            <p:ph type="body" idx="1"/>
          </p:nvPr>
        </p:nvSpPr>
        <p:spPr/>
        <p:txBody>
          <a:bodyPr/>
          <a:lstStyle/>
          <a:p>
            <a:pPr/>
            <a:endParaRPr lang="zh-CN" altLang="en-US"/>
          </a:p>
        </p:txBody>
      </p:sp>
      <p:sp>
        <p:nvSpPr>
          <p:cNvPr id="40"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1.xml><?xml version="1.0" encoding="utf-8"?>
<p:notes xmlns:a="http://schemas.openxmlformats.org/drawingml/2006/main" xmlns:p="http://schemas.openxmlformats.org/presentationml/2006/main">
  <p:cSld>
    <p:spTree>
      <p:nvGrpSpPr>
        <p:cNvPr id="41" name=""/>
        <p:cNvGrpSpPr/>
        <p:nvPr/>
      </p:nvGrpSpPr>
      <p:grpSpPr>
        <a:xfrm>
          <a:off x="0" y="0"/>
          <a:ext cx="0" cy="0"/>
          <a:chOff x="0" y="0"/>
          <a:chExt cx="0" cy="0"/>
        </a:xfrm>
      </p:grpSpPr>
      <p:sp>
        <p:nvSpPr>
          <p:cNvPr id="42" name="幻灯片图像占位符 1"/>
          <p:cNvSpPr>
            <a:spLocks noGrp="true" noRot="true" noChangeAspect="true"/>
          </p:cNvSpPr>
          <p:nvPr>
            <p:ph type="sldImg"/>
          </p:nvPr>
        </p:nvSpPr>
        <p:spPr/>
        <p:txBody>
          <a:bodyPr/>
          <a:p>
            <a:pPr/>
            <a:endParaRPr/>
          </a:p>
        </p:txBody>
      </p:sp>
      <p:sp>
        <p:nvSpPr>
          <p:cNvPr id="43" name="备注占位符 2"/>
          <p:cNvSpPr>
            <a:spLocks noGrp="true"/>
          </p:cNvSpPr>
          <p:nvPr>
            <p:ph type="body" idx="1"/>
          </p:nvPr>
        </p:nvSpPr>
        <p:spPr/>
        <p:txBody>
          <a:bodyPr/>
          <a:lstStyle/>
          <a:p>
            <a:pPr/>
            <a:endParaRPr lang="zh-CN" altLang="en-US" dirty="false"/>
          </a:p>
        </p:txBody>
      </p:sp>
      <p:sp>
        <p:nvSpPr>
          <p:cNvPr id="44"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2.xml><?xml version="1.0" encoding="utf-8"?>
<p:notes xmlns:a="http://schemas.openxmlformats.org/drawingml/2006/main" xmlns:p="http://schemas.openxmlformats.org/presentationml/2006/main">
  <p:cSld>
    <p:spTree>
      <p:nvGrpSpPr>
        <p:cNvPr id="45" name=""/>
        <p:cNvGrpSpPr/>
        <p:nvPr/>
      </p:nvGrpSpPr>
      <p:grpSpPr>
        <a:xfrm>
          <a:off x="0" y="0"/>
          <a:ext cx="0" cy="0"/>
          <a:chOff x="0" y="0"/>
          <a:chExt cx="0" cy="0"/>
        </a:xfrm>
      </p:grpSpPr>
      <p:sp>
        <p:nvSpPr>
          <p:cNvPr id="46" name="幻灯片图像占位符 1"/>
          <p:cNvSpPr>
            <a:spLocks noGrp="true" noRot="true" noChangeAspect="true"/>
          </p:cNvSpPr>
          <p:nvPr>
            <p:ph type="sldImg"/>
          </p:nvPr>
        </p:nvSpPr>
        <p:spPr/>
        <p:txBody>
          <a:bodyPr/>
          <a:p>
            <a:pPr/>
            <a:endParaRPr/>
          </a:p>
        </p:txBody>
      </p:sp>
      <p:sp>
        <p:nvSpPr>
          <p:cNvPr id="47" name="备注占位符 2"/>
          <p:cNvSpPr>
            <a:spLocks noGrp="true"/>
          </p:cNvSpPr>
          <p:nvPr>
            <p:ph type="body" idx="1"/>
          </p:nvPr>
        </p:nvSpPr>
        <p:spPr/>
        <p:txBody>
          <a:bodyPr/>
          <a:lstStyle/>
          <a:p>
            <a:pPr/>
            <a:endParaRPr lang="zh-CN" altLang="en-US" dirty="false"/>
          </a:p>
        </p:txBody>
      </p:sp>
      <p:sp>
        <p:nvSpPr>
          <p:cNvPr id="48"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3.xml><?xml version="1.0" encoding="utf-8"?>
<p:notes xmlns:a="http://schemas.openxmlformats.org/drawingml/2006/main" xmlns:p="http://schemas.openxmlformats.org/presentationml/2006/main">
  <p:cSld>
    <p:spTree>
      <p:nvGrpSpPr>
        <p:cNvPr id="49" name=""/>
        <p:cNvGrpSpPr/>
        <p:nvPr/>
      </p:nvGrpSpPr>
      <p:grpSpPr>
        <a:xfrm>
          <a:off x="0" y="0"/>
          <a:ext cx="0" cy="0"/>
          <a:chOff x="0" y="0"/>
          <a:chExt cx="0" cy="0"/>
        </a:xfrm>
      </p:grpSpPr>
      <p:sp>
        <p:nvSpPr>
          <p:cNvPr id="50" name="幻灯片图像占位符 1"/>
          <p:cNvSpPr>
            <a:spLocks noGrp="true" noRot="true" noChangeAspect="true"/>
          </p:cNvSpPr>
          <p:nvPr>
            <p:ph type="sldImg"/>
          </p:nvPr>
        </p:nvSpPr>
        <p:spPr/>
        <p:txBody>
          <a:bodyPr/>
          <a:p>
            <a:pPr/>
            <a:endParaRPr/>
          </a:p>
        </p:txBody>
      </p:sp>
      <p:sp>
        <p:nvSpPr>
          <p:cNvPr id="51" name="备注占位符 2"/>
          <p:cNvSpPr>
            <a:spLocks noGrp="true"/>
          </p:cNvSpPr>
          <p:nvPr>
            <p:ph type="body" idx="1"/>
          </p:nvPr>
        </p:nvSpPr>
        <p:spPr/>
        <p:txBody>
          <a:bodyPr/>
          <a:lstStyle/>
          <a:p>
            <a:pPr/>
            <a:endParaRPr lang="zh-CN" altLang="en-US"/>
          </a:p>
        </p:txBody>
      </p:sp>
      <p:sp>
        <p:nvSpPr>
          <p:cNvPr id="52"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4.xml><?xml version="1.0" encoding="utf-8"?>
<p:notes xmlns:a="http://schemas.openxmlformats.org/drawingml/2006/main" xmlns:p="http://schemas.openxmlformats.org/presentationml/2006/main">
  <p:cSld>
    <p:spTree>
      <p:nvGrpSpPr>
        <p:cNvPr id="53" name=""/>
        <p:cNvGrpSpPr/>
        <p:nvPr/>
      </p:nvGrpSpPr>
      <p:grpSpPr>
        <a:xfrm>
          <a:off x="0" y="0"/>
          <a:ext cx="0" cy="0"/>
          <a:chOff x="0" y="0"/>
          <a:chExt cx="0" cy="0"/>
        </a:xfrm>
      </p:grpSpPr>
      <p:sp>
        <p:nvSpPr>
          <p:cNvPr id="54" name="幻灯片图像占位符 1"/>
          <p:cNvSpPr>
            <a:spLocks noGrp="true" noRot="true" noChangeAspect="true"/>
          </p:cNvSpPr>
          <p:nvPr>
            <p:ph type="sldImg"/>
          </p:nvPr>
        </p:nvSpPr>
        <p:spPr/>
        <p:txBody>
          <a:bodyPr/>
          <a:p>
            <a:pPr/>
            <a:endParaRPr/>
          </a:p>
        </p:txBody>
      </p:sp>
      <p:sp>
        <p:nvSpPr>
          <p:cNvPr id="55" name="备注占位符 2"/>
          <p:cNvSpPr>
            <a:spLocks noGrp="true"/>
          </p:cNvSpPr>
          <p:nvPr>
            <p:ph type="body" idx="1"/>
          </p:nvPr>
        </p:nvSpPr>
        <p:spPr/>
        <p:txBody>
          <a:bodyPr/>
          <a:lstStyle/>
          <a:p>
            <a:pPr/>
            <a:endParaRPr lang="zh-CN" altLang="en-US"/>
          </a:p>
        </p:txBody>
      </p:sp>
      <p:sp>
        <p:nvSpPr>
          <p:cNvPr id="56"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5.xml><?xml version="1.0" encoding="utf-8"?>
<p:notes xmlns:a="http://schemas.openxmlformats.org/drawingml/2006/main" xmlns:p="http://schemas.openxmlformats.org/presentationml/2006/main">
  <p:cSld>
    <p:spTree>
      <p:nvGrpSpPr>
        <p:cNvPr id="57" name=""/>
        <p:cNvGrpSpPr/>
        <p:nvPr/>
      </p:nvGrpSpPr>
      <p:grpSpPr>
        <a:xfrm>
          <a:off x="0" y="0"/>
          <a:ext cx="0" cy="0"/>
          <a:chOff x="0" y="0"/>
          <a:chExt cx="0" cy="0"/>
        </a:xfrm>
      </p:grpSpPr>
      <p:sp>
        <p:nvSpPr>
          <p:cNvPr id="58" name="幻灯片图像占位符 1"/>
          <p:cNvSpPr>
            <a:spLocks noGrp="true" noRot="true" noChangeAspect="true"/>
          </p:cNvSpPr>
          <p:nvPr>
            <p:ph type="sldImg"/>
          </p:nvPr>
        </p:nvSpPr>
        <p:spPr/>
        <p:txBody>
          <a:bodyPr/>
          <a:p>
            <a:pPr/>
            <a:endParaRPr/>
          </a:p>
        </p:txBody>
      </p:sp>
      <p:sp>
        <p:nvSpPr>
          <p:cNvPr id="59" name="备注占位符 2"/>
          <p:cNvSpPr>
            <a:spLocks noGrp="true"/>
          </p:cNvSpPr>
          <p:nvPr>
            <p:ph type="body" idx="1"/>
          </p:nvPr>
        </p:nvSpPr>
        <p:spPr/>
        <p:txBody>
          <a:bodyPr/>
          <a:lstStyle/>
          <a:p>
            <a:pPr/>
            <a:endParaRPr lang="zh-CN" altLang="en-US"/>
          </a:p>
        </p:txBody>
      </p:sp>
      <p:sp>
        <p:nvSpPr>
          <p:cNvPr id="60"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6.xml><?xml version="1.0" encoding="utf-8"?>
<p:notes xmlns:a="http://schemas.openxmlformats.org/drawingml/2006/main" xmlns:p="http://schemas.openxmlformats.org/presentationml/2006/main">
  <p:cSld>
    <p:spTree>
      <p:nvGrpSpPr>
        <p:cNvPr id="61" name=""/>
        <p:cNvGrpSpPr/>
        <p:nvPr/>
      </p:nvGrpSpPr>
      <p:grpSpPr>
        <a:xfrm>
          <a:off x="0" y="0"/>
          <a:ext cx="0" cy="0"/>
          <a:chOff x="0" y="0"/>
          <a:chExt cx="0" cy="0"/>
        </a:xfrm>
      </p:grpSpPr>
      <p:sp>
        <p:nvSpPr>
          <p:cNvPr id="62" name="幻灯片图像占位符 1"/>
          <p:cNvSpPr>
            <a:spLocks noGrp="true" noRot="true" noChangeAspect="true"/>
          </p:cNvSpPr>
          <p:nvPr>
            <p:ph type="sldImg"/>
          </p:nvPr>
        </p:nvSpPr>
        <p:spPr/>
        <p:txBody>
          <a:bodyPr/>
          <a:p>
            <a:pPr/>
            <a:endParaRPr/>
          </a:p>
        </p:txBody>
      </p:sp>
      <p:sp>
        <p:nvSpPr>
          <p:cNvPr id="63" name="备注占位符 2"/>
          <p:cNvSpPr>
            <a:spLocks noGrp="true"/>
          </p:cNvSpPr>
          <p:nvPr>
            <p:ph type="body" idx="1"/>
          </p:nvPr>
        </p:nvSpPr>
        <p:spPr/>
        <p:txBody>
          <a:bodyPr/>
          <a:lstStyle/>
          <a:p>
            <a:pPr/>
            <a:endParaRPr lang="zh-CN" altLang="en-US"/>
          </a:p>
        </p:txBody>
      </p:sp>
      <p:sp>
        <p:nvSpPr>
          <p:cNvPr id="64"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7.xml><?xml version="1.0" encoding="utf-8"?>
<p:notes xmlns:a="http://schemas.openxmlformats.org/drawingml/2006/main" xmlns:p="http://schemas.openxmlformats.org/presentationml/2006/main">
  <p:cSld>
    <p:spTree>
      <p:nvGrpSpPr>
        <p:cNvPr id="65" name=""/>
        <p:cNvGrpSpPr/>
        <p:nvPr/>
      </p:nvGrpSpPr>
      <p:grpSpPr>
        <a:xfrm>
          <a:off x="0" y="0"/>
          <a:ext cx="0" cy="0"/>
          <a:chOff x="0" y="0"/>
          <a:chExt cx="0" cy="0"/>
        </a:xfrm>
      </p:grpSpPr>
      <p:sp>
        <p:nvSpPr>
          <p:cNvPr id="66" name="幻灯片图像占位符 1"/>
          <p:cNvSpPr>
            <a:spLocks noGrp="true" noRot="true" noChangeAspect="true"/>
          </p:cNvSpPr>
          <p:nvPr>
            <p:ph type="sldImg"/>
          </p:nvPr>
        </p:nvSpPr>
        <p:spPr/>
        <p:txBody>
          <a:bodyPr/>
          <a:p>
            <a:pPr/>
            <a:endParaRPr/>
          </a:p>
        </p:txBody>
      </p:sp>
      <p:sp>
        <p:nvSpPr>
          <p:cNvPr id="67" name="备注占位符 2"/>
          <p:cNvSpPr>
            <a:spLocks noGrp="true"/>
          </p:cNvSpPr>
          <p:nvPr>
            <p:ph type="body" idx="1"/>
          </p:nvPr>
        </p:nvSpPr>
        <p:spPr/>
        <p:txBody>
          <a:bodyPr/>
          <a:lstStyle/>
          <a:p>
            <a:pPr/>
            <a:endParaRPr lang="zh-CN" altLang="en-US"/>
          </a:p>
        </p:txBody>
      </p:sp>
      <p:sp>
        <p:nvSpPr>
          <p:cNvPr id="68"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8.xml><?xml version="1.0" encoding="utf-8"?>
<p:notes xmlns:a="http://schemas.openxmlformats.org/drawingml/2006/main" xmlns:p="http://schemas.openxmlformats.org/presentationml/2006/main">
  <p:cSld>
    <p:spTree>
      <p:nvGrpSpPr>
        <p:cNvPr id="69" name=""/>
        <p:cNvGrpSpPr/>
        <p:nvPr/>
      </p:nvGrpSpPr>
      <p:grpSpPr>
        <a:xfrm>
          <a:off x="0" y="0"/>
          <a:ext cx="0" cy="0"/>
          <a:chOff x="0" y="0"/>
          <a:chExt cx="0" cy="0"/>
        </a:xfrm>
      </p:grpSpPr>
      <p:sp>
        <p:nvSpPr>
          <p:cNvPr id="70" name="幻灯片图像占位符 1"/>
          <p:cNvSpPr>
            <a:spLocks noGrp="true" noRot="true" noChangeAspect="true"/>
          </p:cNvSpPr>
          <p:nvPr>
            <p:ph type="sldImg"/>
          </p:nvPr>
        </p:nvSpPr>
        <p:spPr/>
        <p:txBody>
          <a:bodyPr/>
          <a:p>
            <a:pPr/>
            <a:endParaRPr/>
          </a:p>
        </p:txBody>
      </p:sp>
      <p:sp>
        <p:nvSpPr>
          <p:cNvPr id="71" name="备注占位符 2"/>
          <p:cNvSpPr>
            <a:spLocks noGrp="true"/>
          </p:cNvSpPr>
          <p:nvPr>
            <p:ph type="body" idx="1"/>
          </p:nvPr>
        </p:nvSpPr>
        <p:spPr/>
        <p:txBody>
          <a:bodyPr/>
          <a:lstStyle/>
          <a:p>
            <a:pPr/>
            <a:endParaRPr lang="zh-CN" altLang="en-US"/>
          </a:p>
        </p:txBody>
      </p:sp>
      <p:sp>
        <p:nvSpPr>
          <p:cNvPr id="72"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19.xml><?xml version="1.0" encoding="utf-8"?>
<p:notes xmlns:a="http://schemas.openxmlformats.org/drawingml/2006/main" xmlns:p="http://schemas.openxmlformats.org/presentationml/2006/main">
  <p:cSld>
    <p:spTree>
      <p:nvGrpSpPr>
        <p:cNvPr id="73" name=""/>
        <p:cNvGrpSpPr/>
        <p:nvPr/>
      </p:nvGrpSpPr>
      <p:grpSpPr>
        <a:xfrm>
          <a:off x="0" y="0"/>
          <a:ext cx="0" cy="0"/>
          <a:chOff x="0" y="0"/>
          <a:chExt cx="0" cy="0"/>
        </a:xfrm>
      </p:grpSpPr>
      <p:sp>
        <p:nvSpPr>
          <p:cNvPr id="74" name="幻灯片图像占位符 1"/>
          <p:cNvSpPr>
            <a:spLocks noGrp="true" noRot="true" noChangeAspect="true"/>
          </p:cNvSpPr>
          <p:nvPr>
            <p:ph type="sldImg"/>
          </p:nvPr>
        </p:nvSpPr>
        <p:spPr/>
        <p:txBody>
          <a:bodyPr/>
          <a:p>
            <a:pPr/>
            <a:endParaRPr/>
          </a:p>
        </p:txBody>
      </p:sp>
      <p:sp>
        <p:nvSpPr>
          <p:cNvPr id="75" name="备注占位符 2"/>
          <p:cNvSpPr>
            <a:spLocks noGrp="true"/>
          </p:cNvSpPr>
          <p:nvPr>
            <p:ph type="body" idx="1"/>
          </p:nvPr>
        </p:nvSpPr>
        <p:spPr/>
        <p:txBody>
          <a:bodyPr/>
          <a:lstStyle/>
          <a:p>
            <a:pPr/>
            <a:endParaRPr lang="zh-CN" altLang="en-US"/>
          </a:p>
        </p:txBody>
      </p:sp>
      <p:sp>
        <p:nvSpPr>
          <p:cNvPr id="76"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20.xml><?xml version="1.0" encoding="utf-8"?>
<p:notes xmlns:a="http://schemas.openxmlformats.org/drawingml/2006/main" xmlns:p="http://schemas.openxmlformats.org/presentationml/2006/main">
  <p:cSld>
    <p:spTree>
      <p:nvGrpSpPr>
        <p:cNvPr id="77" name=""/>
        <p:cNvGrpSpPr/>
        <p:nvPr/>
      </p:nvGrpSpPr>
      <p:grpSpPr>
        <a:xfrm>
          <a:off x="0" y="0"/>
          <a:ext cx="0" cy="0"/>
          <a:chOff x="0" y="0"/>
          <a:chExt cx="0" cy="0"/>
        </a:xfrm>
      </p:grpSpPr>
      <p:sp>
        <p:nvSpPr>
          <p:cNvPr id="78" name="幻灯片图像占位符 1"/>
          <p:cNvSpPr>
            <a:spLocks noGrp="true" noRot="true" noChangeAspect="true"/>
          </p:cNvSpPr>
          <p:nvPr>
            <p:ph type="sldImg"/>
          </p:nvPr>
        </p:nvSpPr>
        <p:spPr/>
        <p:txBody>
          <a:bodyPr/>
          <a:p>
            <a:pPr/>
            <a:endParaRPr/>
          </a:p>
        </p:txBody>
      </p:sp>
      <p:sp>
        <p:nvSpPr>
          <p:cNvPr id="79" name="备注占位符 2"/>
          <p:cNvSpPr>
            <a:spLocks noGrp="true"/>
          </p:cNvSpPr>
          <p:nvPr>
            <p:ph type="body" idx="1"/>
          </p:nvPr>
        </p:nvSpPr>
        <p:spPr/>
        <p:txBody>
          <a:bodyPr/>
          <a:lstStyle/>
          <a:p>
            <a:pPr/>
            <a:endParaRPr lang="zh-CN" altLang="en-US"/>
          </a:p>
        </p:txBody>
      </p:sp>
      <p:sp>
        <p:nvSpPr>
          <p:cNvPr id="80"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21.xml><?xml version="1.0" encoding="utf-8"?>
<p:notes xmlns:a="http://schemas.openxmlformats.org/drawingml/2006/main" xmlns:p="http://schemas.openxmlformats.org/presentationml/2006/main">
  <p:cSld>
    <p:spTree>
      <p:nvGrpSpPr>
        <p:cNvPr id="81" name=""/>
        <p:cNvGrpSpPr/>
        <p:nvPr/>
      </p:nvGrpSpPr>
      <p:grpSpPr>
        <a:xfrm>
          <a:off x="0" y="0"/>
          <a:ext cx="0" cy="0"/>
          <a:chOff x="0" y="0"/>
          <a:chExt cx="0" cy="0"/>
        </a:xfrm>
      </p:grpSpPr>
      <p:sp>
        <p:nvSpPr>
          <p:cNvPr id="82" name="幻灯片图像占位符 1"/>
          <p:cNvSpPr>
            <a:spLocks noGrp="true" noRot="true" noChangeAspect="true"/>
          </p:cNvSpPr>
          <p:nvPr>
            <p:ph type="sldImg"/>
          </p:nvPr>
        </p:nvSpPr>
        <p:spPr/>
        <p:txBody>
          <a:bodyPr/>
          <a:p>
            <a:pPr/>
            <a:endParaRPr/>
          </a:p>
        </p:txBody>
      </p:sp>
      <p:sp>
        <p:nvSpPr>
          <p:cNvPr id="83" name="备注占位符 2"/>
          <p:cNvSpPr>
            <a:spLocks noGrp="true"/>
          </p:cNvSpPr>
          <p:nvPr>
            <p:ph type="body" idx="1"/>
          </p:nvPr>
        </p:nvSpPr>
        <p:spPr/>
        <p:txBody>
          <a:bodyPr/>
          <a:lstStyle/>
          <a:p>
            <a:pPr/>
            <a:endParaRPr lang="zh-CN" altLang="en-US"/>
          </a:p>
        </p:txBody>
      </p:sp>
      <p:sp>
        <p:nvSpPr>
          <p:cNvPr id="84"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notesSlides/notesSlide22.xml><?xml version="1.0" encoding="utf-8"?>
<p:notes xmlns:a="http://schemas.openxmlformats.org/drawingml/2006/main" xmlns:p="http://schemas.openxmlformats.org/presentationml/2006/main">
  <p:cSld>
    <p:spTree>
      <p:nvGrpSpPr>
        <p:cNvPr id="85" name=""/>
        <p:cNvGrpSpPr/>
        <p:nvPr/>
      </p:nvGrpSpPr>
      <p:grpSpPr>
        <a:xfrm>
          <a:off x="0" y="0"/>
          <a:ext cx="0" cy="0"/>
          <a:chOff x="0" y="0"/>
          <a:chExt cx="0" cy="0"/>
        </a:xfrm>
      </p:grpSpPr>
      <p:sp>
        <p:nvSpPr>
          <p:cNvPr id="86" name="幻灯片图像占位符 1"/>
          <p:cNvSpPr>
            <a:spLocks noGrp="true" noRot="true" noChangeAspect="true"/>
          </p:cNvSpPr>
          <p:nvPr>
            <p:ph type="sldImg"/>
          </p:nvPr>
        </p:nvSpPr>
        <p:spPr/>
        <p:txBody>
          <a:bodyPr/>
          <a:p>
            <a:pPr/>
            <a:endParaRPr/>
          </a:p>
        </p:txBody>
      </p:sp>
      <p:sp>
        <p:nvSpPr>
          <p:cNvPr id="87" name="备注占位符 2"/>
          <p:cNvSpPr>
            <a:spLocks noGrp="true"/>
          </p:cNvSpPr>
          <p:nvPr>
            <p:ph type="body" idx="1"/>
          </p:nvPr>
        </p:nvSpPr>
        <p:spPr/>
        <p:txBody>
          <a:bodyPr/>
          <a:lstStyle/>
          <a:p>
            <a:pPr/>
            <a:endParaRPr lang="zh-CN" altLang="en-US"/>
          </a:p>
        </p:txBody>
      </p:sp>
      <p:sp>
        <p:nvSpPr>
          <p:cNvPr id="88" name="灯片编号占位符 3"/>
          <p:cNvSpPr>
            <a:spLocks noGrp="true"/>
          </p:cNvSpPr>
          <p:nvPr>
            <p:ph type="sldNum" sz="quarter" idx="5"/>
          </p:nvPr>
        </p:nvSpPr>
        <p:spPr/>
        <p:txBody>
          <a:bodyPr/>
          <a:lstStyle/>
          <a:p>
            <a:pPr/>
            <a:fld id="{43CA62FC-0B47-4E10-B99E-3B02E4C499D8}" type="slidenum">
              <a:rPr/>
              <a:t/>
            </a:fld>
            <a:endParaRPr lang="zh-CN" altLang="en-US"/>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image" Target="media/image1.png" /><Relationship Id="rId0" Type="http://schemas.openxmlformats.org/officeDocument/2006/relationships/slideMaster" Target="../slideMasters/slideMaster1.xml" /></Relationships>
</file>

<file path=ppt/slideLayouts/_rels/slideLayout2.xml.rels><?xml version="1.0" encoding="UTF-8" standalone="yes"?><Relationships xmlns="http://schemas.openxmlformats.org/package/2006/relationships"><Relationship Id="rId1" Type="http://schemas.openxmlformats.org/officeDocument/2006/relationships/image" Target="media/image2.jpg" /><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1" Type="http://schemas.openxmlformats.org/officeDocument/2006/relationships/image" Target="media/image3.png" /><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6.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7.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8.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9.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0.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_rels/slideLayout12.xml.rels><?xml version="1.0" encoding="UTF-8" standalone="yes"?><Relationships xmlns="http://schemas.openxmlformats.org/package/2006/relationships"><Relationship Id="rId2" Type="http://schemas.openxmlformats.org/officeDocument/2006/relationships/image" Target="media/image7.png" /><Relationship Id="rId3" Type="http://schemas.openxmlformats.org/officeDocument/2006/relationships/image" Target="media/image8.png" /><Relationship Id="rId0" Type="http://schemas.openxmlformats.org/officeDocument/2006/relationships/slideMaster" Target="../slideMasters/slideMaster2.xml" /><Relationship Id="rId4" Type="http://schemas.openxmlformats.org/officeDocument/2006/relationships/image" Target="media/image9.gif" /><Relationship Id="rId1" Type="http://schemas.openxmlformats.org/officeDocument/2006/relationships/image" Target="media/image6.png" /></Relationships>
</file>

<file path=ppt/slideLayouts/_rels/slideLayout13.xml.rels><?xml version="1.0" encoding="UTF-8" standalone="yes"?><Relationships xmlns="http://schemas.openxmlformats.org/package/2006/relationships"><Relationship Id="rId9" Type="http://schemas.openxmlformats.org/officeDocument/2006/relationships/image" Target="media/image7.png" /><Relationship Id="rId8" Type="http://schemas.microsoft.com/office/2007/relationships/hdphoto" Target="media/hdphoto3.wdp" /><Relationship Id="rId7" Type="http://schemas.openxmlformats.org/officeDocument/2006/relationships/image" Target="media/image12.png" /><Relationship Id="rId1" Type="http://schemas.openxmlformats.org/officeDocument/2006/relationships/image" Target="media/image4.png" /><Relationship Id="rId6" Type="http://schemas.microsoft.com/office/2007/relationships/hdphoto" Target="media/hdphoto2.wdp" /><Relationship Id="rId0" Type="http://schemas.openxmlformats.org/officeDocument/2006/relationships/slideMaster" Target="../slideMasters/slideMaster2.xml" /><Relationship Id="rId2" Type="http://schemas.openxmlformats.org/officeDocument/2006/relationships/image" Target="media/image5.svg" /><Relationship Id="rId3" Type="http://schemas.openxmlformats.org/officeDocument/2006/relationships/image" Target="media/image10.png" /><Relationship Id="rId4" Type="http://schemas.microsoft.com/office/2007/relationships/hdphoto" Target="media/hdphoto1.wdp" /><Relationship Id="rId5" Type="http://schemas.openxmlformats.org/officeDocument/2006/relationships/image" Target="media/image11.png" /></Relationships>
</file>

<file path=ppt/slideLayouts/_rels/slideLayout14.xml.rels><?xml version="1.0" encoding="UTF-8" standalone="yes"?><Relationships xmlns="http://schemas.openxmlformats.org/package/2006/relationships"><Relationship Id="rId9" Type="http://schemas.microsoft.com/office/2007/relationships/hdphoto" Target="media/hdphoto3.wdp" /><Relationship Id="rId8" Type="http://schemas.openxmlformats.org/officeDocument/2006/relationships/image" Target="media/image12.png" /><Relationship Id="rId7" Type="http://schemas.openxmlformats.org/officeDocument/2006/relationships/image" Target="media/image9.gif" /><Relationship Id="rId6" Type="http://schemas.openxmlformats.org/officeDocument/2006/relationships/image" Target="media/image7.png" /><Relationship Id="rId1" Type="http://schemas.openxmlformats.org/officeDocument/2006/relationships/image" Target="media/image6.png" /><Relationship Id="rId0" Type="http://schemas.openxmlformats.org/officeDocument/2006/relationships/slideMaster" Target="../slideMasters/slideMaster2.xml" /><Relationship Id="rId4" Type="http://schemas.openxmlformats.org/officeDocument/2006/relationships/image" Target="media/image15.png" /><Relationship Id="rId5" Type="http://schemas.openxmlformats.org/officeDocument/2006/relationships/image" Target="media/image16.svg" /><Relationship Id="rId2" Type="http://schemas.openxmlformats.org/officeDocument/2006/relationships/image" Target="media/image13.png" /><Relationship Id="rId3" Type="http://schemas.openxmlformats.org/officeDocument/2006/relationships/image" Target="media/image14.svg" /></Relationships>
</file>

<file path=ppt/slideLayouts/_rels/slideLayout15.xml.rels><?xml version="1.0" encoding="UTF-8" standalone="yes"?><Relationships xmlns="http://schemas.openxmlformats.org/package/2006/relationships"><Relationship Id="rId5" Type="http://schemas.microsoft.com/office/2007/relationships/hdphoto" Target="media/hdphoto3.wdp" /><Relationship Id="rId4" Type="http://schemas.openxmlformats.org/officeDocument/2006/relationships/image" Target="media/image12.png" /><Relationship Id="rId3" Type="http://schemas.openxmlformats.org/officeDocument/2006/relationships/image" Target="media/image17.png" /><Relationship Id="rId2" Type="http://schemas.openxmlformats.org/officeDocument/2006/relationships/image" Target="media/image8.png" /><Relationship Id="rId0" Type="http://schemas.openxmlformats.org/officeDocument/2006/relationships/slideMaster" Target="../slideMasters/slideMaster2.xml" /><Relationship Id="rId1" Type="http://schemas.openxmlformats.org/officeDocument/2006/relationships/image" Target="media/image6.png" /></Relationships>
</file>

<file path=ppt/slideLayouts/_rels/slideLayout16.xml.rels><?xml version="1.0" encoding="UTF-8" standalone="yes"?><Relationships xmlns="http://schemas.openxmlformats.org/package/2006/relationships"><Relationship Id="rId8" Type="http://schemas.openxmlformats.org/officeDocument/2006/relationships/image" Target="media/image6.png" /><Relationship Id="rId7" Type="http://schemas.microsoft.com/office/2007/relationships/hdphoto" Target="media/hdphoto3.wdp" /><Relationship Id="rId6" Type="http://schemas.openxmlformats.org/officeDocument/2006/relationships/image" Target="media/image12.png" /><Relationship Id="rId1" Type="http://schemas.openxmlformats.org/officeDocument/2006/relationships/image" Target="media/image13.png" /><Relationship Id="rId0" Type="http://schemas.openxmlformats.org/officeDocument/2006/relationships/slideMaster" Target="../slideMasters/slideMaster2.xml" /><Relationship Id="rId5" Type="http://schemas.openxmlformats.org/officeDocument/2006/relationships/image" Target="media/image7.png" /><Relationship Id="rId2" Type="http://schemas.openxmlformats.org/officeDocument/2006/relationships/image" Target="media/image14.svg" /><Relationship Id="rId3" Type="http://schemas.openxmlformats.org/officeDocument/2006/relationships/image" Target="media/image15.png" /><Relationship Id="rId4" Type="http://schemas.openxmlformats.org/officeDocument/2006/relationships/image" Target="media/image16.svg" /></Relationships>
</file>

<file path=ppt/slideLayouts/_rels/slideLayout17.xml.rels><?xml version="1.0" encoding="UTF-8" standalone="yes"?><Relationships xmlns="http://schemas.openxmlformats.org/package/2006/relationships"><Relationship Id="rId4" Type="http://schemas.openxmlformats.org/officeDocument/2006/relationships/image" Target="media/image9.gif" /><Relationship Id="rId3" Type="http://schemas.openxmlformats.org/officeDocument/2006/relationships/image" Target="media/image8.png" /><Relationship Id="rId2" Type="http://schemas.openxmlformats.org/officeDocument/2006/relationships/image" Target="media/image7.png" /><Relationship Id="rId0" Type="http://schemas.openxmlformats.org/officeDocument/2006/relationships/slideMaster" Target="../slideMasters/slideMaster2.xml" /><Relationship Id="rId1" Type="http://schemas.openxmlformats.org/officeDocument/2006/relationships/image" Target="media/image6.png" /></Relationships>
</file>

<file path=ppt/slideLayouts/_rels/slideLayout18.xml.rels><?xml version="1.0" encoding="UTF-8" standalone="yes"?><Relationships xmlns="http://schemas.openxmlformats.org/package/2006/relationships"><Relationship Id="rId5" Type="http://schemas.microsoft.com/office/2007/relationships/hdphoto" Target="media/hdphoto3.wdp" /><Relationship Id="rId4" Type="http://schemas.openxmlformats.org/officeDocument/2006/relationships/image" Target="media/image12.png" /><Relationship Id="rId3" Type="http://schemas.openxmlformats.org/officeDocument/2006/relationships/image" Target="media/image17.png" /><Relationship Id="rId2" Type="http://schemas.openxmlformats.org/officeDocument/2006/relationships/image" Target="media/image8.png" /><Relationship Id="rId0" Type="http://schemas.openxmlformats.org/officeDocument/2006/relationships/slideMaster" Target="../slideMasters/slideMaster3.xml" /><Relationship Id="rId1" Type="http://schemas.openxmlformats.org/officeDocument/2006/relationships/image" Target="media/image6.png" /></Relationships>
</file>

<file path=ppt/slideLayouts/_rels/slideLayout19.xml.rels><?xml version="1.0" encoding="UTF-8" standalone="yes"?><Relationships xmlns="http://schemas.openxmlformats.org/package/2006/relationships"><Relationship Id="rId4" Type="http://schemas.openxmlformats.org/officeDocument/2006/relationships/image" Target="media/image12.png" /><Relationship Id="rId3" Type="http://schemas.openxmlformats.org/officeDocument/2006/relationships/image" Target="media/image17.png" /><Relationship Id="rId5" Type="http://schemas.microsoft.com/office/2007/relationships/hdphoto" Target="media/hdphoto3.wdp" /><Relationship Id="rId2" Type="http://schemas.openxmlformats.org/officeDocument/2006/relationships/image" Target="media/image8.png" /><Relationship Id="rId0" Type="http://schemas.openxmlformats.org/officeDocument/2006/relationships/slideMaster" Target="../slideMasters/slideMaster4.xml" /><Relationship Id="rId1" Type="http://schemas.openxmlformats.org/officeDocument/2006/relationships/image" Target="media/image6.png" /></Relationships>
</file>

<file path=ppt/slideLayouts/_rels/slideLayout20.xml.rels><?xml version="1.0" encoding="UTF-8" standalone="yes"?><Relationships xmlns="http://schemas.openxmlformats.org/package/2006/relationships"><Relationship Id="rId5" Type="http://schemas.microsoft.com/office/2007/relationships/hdphoto" Target="media/hdphoto3.wdp" /><Relationship Id="rId3" Type="http://schemas.openxmlformats.org/officeDocument/2006/relationships/image" Target="media/image17.png" /><Relationship Id="rId4" Type="http://schemas.openxmlformats.org/officeDocument/2006/relationships/image" Target="media/image12.png" /><Relationship Id="rId2" Type="http://schemas.openxmlformats.org/officeDocument/2006/relationships/image" Target="media/image8.png" /><Relationship Id="rId0" Type="http://schemas.openxmlformats.org/officeDocument/2006/relationships/slideMaster" Target="../slideMasters/slideMaster5.xml" /><Relationship Id="rId1" Type="http://schemas.openxmlformats.org/officeDocument/2006/relationships/image" Target="media/image6.png" /></Relationships>
</file>

<file path=ppt/slideLayouts/slideLayout1.xml><?xml version="1.0" encoding="utf-8"?>
<p:sldLayout xmlns:a="http://schemas.openxmlformats.org/drawingml/2006/main" xmlns:p="http://schemas.openxmlformats.org/presentationml/2006/main" xmlns:r="http://schemas.openxmlformats.org/officeDocument/2006/relationships" type="title">
  <p:cSld name="标题幻灯片">
    <p:bg>
      <p:bgPr>
        <a:solidFill>
          <a:srgbClr val="FFFFFF"/>
        </a:solidFill>
        <a:effectLst/>
      </p:bgPr>
    </p:bg>
    <p:spTree>
      <p:nvGrpSpPr>
        <p:cNvPr id="1" name=""/>
        <p:cNvGrpSpPr/>
        <p:nvPr/>
      </p:nvGrpSpPr>
      <p:grpSpPr>
        <a:xfrm>
          <a:off x="0" y="0"/>
          <a:ext cx="0" cy="0"/>
          <a:chOff x="0" y="0"/>
          <a:chExt cx="0" cy="0"/>
        </a:xfrm>
      </p:grpSpPr>
      <p:pic>
        <p:nvPicPr>
          <p:cNvPr id="2" name="图片 6" descr="logo-04"/>
          <p:cNvPicPr>
            <a:picLocks noChangeAspect="true"/>
          </p:cNvPicPr>
          <p:nvPr userDrawn="true"/>
        </p:nvPicPr>
        <p:blipFill rotWithShape="true">
          <a:blip r:embed="rId1"/>
          <a:srcRect r="39086"/>
          <a:stretch/>
        </p:blipFill>
        <p:spPr>
          <a:xfrm>
            <a:off x="-268605" y="-464820"/>
            <a:ext cx="2005965" cy="2175510"/>
          </a:xfrm>
          <a:prstGeom prst="rect">
            <a:avLst/>
          </a:prstGeom>
        </p:spPr>
      </p:pic>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type="blank">
  <p:cSld name="空白">
    <p:bg>
      <p:bgPr>
        <a:solidFill>
          <a:srgbClr val="FFFFFF"/>
        </a:solidFill>
        <a:effectLst/>
      </p:bgPr>
    </p:bg>
    <p:spTree>
      <p:nvGrpSpPr>
        <p:cNvPr id="3" name=""/>
        <p:cNvGrpSpPr/>
        <p:nvPr/>
      </p:nvGrpSpPr>
      <p:grpSpPr>
        <a:xfrm>
          <a:off x="0" y="0"/>
          <a:ext cx="0" cy="0"/>
          <a:chOff x="0" y="0"/>
          <a:chExt cx="0" cy="0"/>
        </a:xfrm>
      </p:grpSpPr>
      <p:sp>
        <p:nvSpPr>
          <p:cNvPr id="4" name="日期占位符 1"/>
          <p:cNvSpPr>
            <a:spLocks noGrp="true"/>
          </p:cNvSpPr>
          <p:nvPr>
            <p:ph type="dt" sz="half" idx="10"/>
          </p:nvPr>
        </p:nvSpPr>
        <p:spPr/>
        <p:txBody>
          <a:bodyPr/>
          <a:lstStyle/>
          <a:p>
            <a:pPr/>
            <a:fld id="{760FBDFE-C587-4B4C-A407-44438C67B59E}" type="datetimeFigureOut">
              <a:rPr lang="zh-CN" altLang="en-US" smtClean="false"/>
              <a:t>2022/1/5</a:t>
            </a:fld>
            <a:endParaRPr lang="zh-CN" altLang="en-US"/>
          </a:p>
        </p:txBody>
      </p:sp>
      <p:sp>
        <p:nvSpPr>
          <p:cNvPr id="5" name="页脚占位符 2"/>
          <p:cNvSpPr>
            <a:spLocks noGrp="true"/>
          </p:cNvSpPr>
          <p:nvPr>
            <p:ph type="ftr" sz="quarter" idx="11"/>
          </p:nvPr>
        </p:nvSpPr>
        <p:spPr/>
        <p:txBody>
          <a:bodyPr/>
          <a:lstStyle/>
          <a:p>
            <a:pPr/>
            <a:endParaRPr lang="zh-CN" altLang="en-US"/>
          </a:p>
        </p:txBody>
      </p:sp>
      <p:sp>
        <p:nvSpPr>
          <p:cNvPr id="6" name="灯片编号占位符 3"/>
          <p:cNvSpPr>
            <a:spLocks noGrp="true"/>
          </p:cNvSpPr>
          <p:nvPr>
            <p:ph type="sldNum" sz="quarter" idx="12"/>
          </p:nvPr>
        </p:nvSpPr>
        <p:spPr/>
        <p:txBody>
          <a:bodyPr/>
          <a:lstStyle/>
          <a:p>
            <a:pPr/>
            <a:fld id="{49AE70B2-8BF9-45C0-BB95-33D1B9D3A854}" type="slidenum">
              <a:rPr lang="zh-CN" altLang="en-US" smtClean="false"/>
              <a:t>‹#›</a:t>
            </a:fld>
            <a:endParaRPr lang="zh-CN" altLang="en-US"/>
          </a:p>
        </p:txBody>
      </p:sp>
      <p:pic>
        <p:nvPicPr>
          <p:cNvPr id="7" name="图片 4" descr="ppt_画板 1 副本"/>
          <p:cNvPicPr>
            <a:picLocks noChangeAspect="true"/>
          </p:cNvPicPr>
          <p:nvPr userDrawn="true"/>
        </p:nvPicPr>
        <p:blipFill>
          <a:blip r:embed="rId1"/>
          <a:stretch>
            <a:fillRect/>
          </a:stretch>
        </p:blipFill>
        <p:spPr>
          <a:xfrm>
            <a:off x="0" y="0"/>
            <a:ext cx="12202160" cy="6858635"/>
          </a:xfrm>
          <a:prstGeom prst="rect">
            <a:avLst/>
          </a:prstGeom>
        </p:spPr>
      </p:pic>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p:cSld name="标题和内容">
    <p:bg>
      <p:bgPr>
        <a:solidFill>
          <a:srgbClr val="FFFFFF"/>
        </a:solidFill>
        <a:effectLst/>
      </p:bgPr>
    </p:bg>
    <p:spTree>
      <p:nvGrpSpPr>
        <p:cNvPr id="14" name=""/>
        <p:cNvGrpSpPr/>
        <p:nvPr/>
      </p:nvGrpSpPr>
      <p:grpSpPr>
        <a:xfrm>
          <a:off x="0" y="0"/>
          <a:ext cx="0" cy="0"/>
          <a:chOff x="0" y="0"/>
          <a:chExt cx="0" cy="0"/>
        </a:xfrm>
      </p:grpSpPr>
      <p:pic>
        <p:nvPicPr>
          <p:cNvPr id="15" name="图片 6" descr="logo-08"/>
          <p:cNvPicPr>
            <a:picLocks noChangeAspect="true"/>
          </p:cNvPicPr>
          <p:nvPr userDrawn="true"/>
        </p:nvPicPr>
        <p:blipFill rotWithShape="true">
          <a:blip r:embed="rId1"/>
          <a:srcRect t="22290" b="29225"/>
          <a:stretch/>
        </p:blipFill>
        <p:spPr>
          <a:xfrm flipH="true">
            <a:off x="7479030" y="5943600"/>
            <a:ext cx="4865370" cy="914400"/>
          </a:xfrm>
          <a:prstGeom prst="rect">
            <a:avLst/>
          </a:prstGeom>
        </p:spPr>
      </p:pic>
      <p:pic>
        <p:nvPicPr>
          <p:cNvPr id="16" name="图片 7" descr="logo-08"/>
          <p:cNvPicPr>
            <a:picLocks noChangeAspect="true"/>
          </p:cNvPicPr>
          <p:nvPr userDrawn="true"/>
        </p:nvPicPr>
        <p:blipFill rotWithShape="true">
          <a:blip r:embed="rId1"/>
          <a:srcRect t="22290" b="29225"/>
          <a:stretch/>
        </p:blipFill>
        <p:spPr>
          <a:xfrm flipH="true">
            <a:off x="684530" y="6206152"/>
            <a:ext cx="3468370" cy="651847"/>
          </a:xfrm>
          <a:prstGeom prst="rect">
            <a:avLst/>
          </a:prstGeom>
        </p:spPr>
      </p:pic>
    </p:spTree>
  </p:cSld>
  <p:clrMapOvr>
    <a:masterClrMapping/>
  </p:clrMapOvr>
</p:sldLayout>
</file>

<file path=ppt/slideLayouts/slideLayout4.xml><?xml version="1.0" encoding="utf-8"?>
<p:sldLayout xmlns:a="http://schemas.openxmlformats.org/drawingml/2006/main" xmlns:p="http://schemas.openxmlformats.org/presentationml/2006/main" type="secHead">
  <p:cSld name="节标题">
    <p:bg>
      <p:bgPr>
        <a:solidFill>
          <a:srgbClr val="FFFFFF"/>
        </a:solidFill>
        <a:effectLst/>
      </p:bgPr>
    </p:bg>
    <p:spTree>
      <p:nvGrpSpPr>
        <p:cNvPr id="17" name=""/>
        <p:cNvGrpSpPr/>
        <p:nvPr/>
      </p:nvGrpSpPr>
      <p:grpSpPr>
        <a:xfrm>
          <a:off x="0" y="0"/>
          <a:ext cx="0" cy="0"/>
          <a:chOff x="0" y="0"/>
          <a:chExt cx="0" cy="0"/>
        </a:xfrm>
      </p:grpSpPr>
      <p:sp>
        <p:nvSpPr>
          <p:cNvPr id="18" name="标题 1"/>
          <p:cNvSpPr>
            <a:spLocks noGrp="true"/>
          </p:cNvSpPr>
          <p:nvPr>
            <p:ph type="title" hasCustomPrompt="true"/>
          </p:nvPr>
        </p:nvSpPr>
        <p:spPr>
          <a:xfrm>
            <a:off x="1990800" y="3848400"/>
            <a:ext cx="7768800" cy="766800"/>
          </a:xfrm>
        </p:spPr>
        <p:txBody>
          <a:bodyPr lIns="90000" tIns="46800" rIns="90000" bIns="46800" anchor="b" anchorCtr="false">
            <a:normAutofit/>
          </a:bodyPr>
          <a:lstStyle>
            <a:lvl1pPr>
              <a:defRPr sz="4400" b="true" i="false" u="none" strike="noStrike" kern="1200" cap="none" spc="300" normalizeH="false" baseline="0">
                <a:solidFill>
                  <a:schemeClr val="tx1">
                    <a:lumMod val="85000"/>
                    <a:lumOff val="15000"/>
                  </a:schemeClr>
                </a:solidFill>
                <a:effectLst/>
                <a:uFillTx/>
              </a:defRPr>
            </a:lvl1pPr>
          </a:lstStyle>
          <a:p>
            <a:pPr/>
            <a:r>
              <a:rPr lang="zh-CN" altLang="en-US" dirty="false"/>
              <a:t>单击此处编辑标题</a:t>
            </a:r>
            <a:endParaRPr/>
          </a:p>
        </p:txBody>
      </p:sp>
      <p:sp>
        <p:nvSpPr>
          <p:cNvPr id="19" name="文本占位符 2"/>
          <p:cNvSpPr>
            <a:spLocks noGrp="true"/>
          </p:cNvSpPr>
          <p:nvPr>
            <p:ph type="body" idx="1" hasCustomPrompt="true"/>
          </p:nvPr>
        </p:nvSpPr>
        <p:spPr>
          <a:xfrm>
            <a:off x="1990800" y="4615200"/>
            <a:ext cx="7768800" cy="867600"/>
          </a:xfrm>
        </p:spPr>
        <p:txBody>
          <a:bodyPr lIns="90000" tIns="46800" rIns="90000" bIns="46800">
            <a:normAutofit/>
          </a:bodyPr>
          <a:lstStyle>
            <a:lvl1pPr marL="0" indent="0" eaLnBrk="true" fontAlgn="auto" latinLnBrk="false" hangingPunct="true">
              <a:lnSpc>
                <a:spcPct val="130000"/>
              </a:lnSpc>
              <a:buNone/>
              <a:defRPr kumimoji="false" lang="zh-CN" altLang="en-US" sz="1800" b="false" i="false" u="none" strike="noStrike" kern="1200" cap="none" spc="150" normalizeH="false" baseline="0" noProof="tru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false"/>
              <a:t>单击此处编辑文本</a:t>
            </a:r>
            <a:endParaRPr/>
          </a:p>
        </p:txBody>
      </p:sp>
      <p:sp>
        <p:nvSpPr>
          <p:cNvPr id="20" name="日期占位符 3"/>
          <p:cNvSpPr>
            <a:spLocks noGrp="true"/>
          </p:cNvSpPr>
          <p:nvPr>
            <p:ph type="dt" sz="half" idx="10"/>
          </p:nvPr>
        </p:nvSpPr>
        <p:spPr/>
        <p:txBody>
          <a:bodyPr/>
          <a:lstStyle/>
          <a:p>
            <a:pPr/>
            <a:fld id="{760FBDFE-C587-4B4C-A407-44438C67B59E}" type="datetimeFigureOut">
              <a:rPr lang="zh-CN" altLang="en-US" smtClean="false"/>
              <a:t>2022/1/5</a:t>
            </a:fld>
            <a:endParaRPr lang="zh-CN" altLang="en-US"/>
          </a:p>
        </p:txBody>
      </p:sp>
      <p:sp>
        <p:nvSpPr>
          <p:cNvPr id="21" name="页脚占位符 4"/>
          <p:cNvSpPr>
            <a:spLocks noGrp="true"/>
          </p:cNvSpPr>
          <p:nvPr>
            <p:ph type="ftr" sz="quarter" idx="11"/>
          </p:nvPr>
        </p:nvSpPr>
        <p:spPr/>
        <p:txBody>
          <a:bodyPr/>
          <a:lstStyle/>
          <a:p>
            <a:pPr/>
            <a:endParaRPr lang="zh-CN" altLang="en-US"/>
          </a:p>
        </p:txBody>
      </p:sp>
      <p:sp>
        <p:nvSpPr>
          <p:cNvPr id="22" name="灯片编号占位符 5"/>
          <p:cNvSpPr>
            <a:spLocks noGrp="true"/>
          </p:cNvSpPr>
          <p:nvPr>
            <p:ph type="sldNum" sz="quarter" idx="12"/>
          </p:nvPr>
        </p:nvSpPr>
        <p:spPr/>
        <p:txBody>
          <a:bodyPr/>
          <a:lstStyle/>
          <a:p>
            <a:pPr/>
            <a:fld id="{49AE70B2-8BF9-45C0-BB95-33D1B9D3A854}" type="slidenum">
              <a:rPr lang="zh-CN" altLang="en-US" smtClean="false"/>
              <a:t>‹#›</a:t>
            </a:fld>
            <a:endParaRPr lang="zh-CN" altLang="en-US"/>
          </a:p>
        </p:txBody>
      </p:sp>
    </p:spTree>
  </p:cSld>
  <p:clrMapOvr>
    <a:masterClrMapping/>
  </p:clrMapOvr>
</p:sldLayout>
</file>

<file path=ppt/slideLayouts/slideLayout5.xml><?xml version="1.0" encoding="utf-8"?>
<p:sldLayout xmlns:a="http://schemas.openxmlformats.org/drawingml/2006/main" xmlns:p="http://schemas.openxmlformats.org/presentationml/2006/main" type="twoObj">
  <p:cSld name="两栏内容">
    <p:bg>
      <p:bgPr>
        <a:solidFill>
          <a:srgbClr val="FFFFFF"/>
        </a:solidFill>
        <a:effectLst/>
      </p:bgPr>
    </p:bg>
    <p:spTree>
      <p:nvGrpSpPr>
        <p:cNvPr id="23" name=""/>
        <p:cNvGrpSpPr/>
        <p:nvPr/>
      </p:nvGrpSpPr>
      <p:grpSpPr>
        <a:xfrm>
          <a:off x="0" y="0"/>
          <a:ext cx="0" cy="0"/>
          <a:chOff x="0" y="0"/>
          <a:chExt cx="0" cy="0"/>
        </a:xfrm>
      </p:grpSpPr>
      <p:sp>
        <p:nvSpPr>
          <p:cNvPr id="24" name="标题 1"/>
          <p:cNvSpPr>
            <a:spLocks noGrp="true"/>
          </p:cNvSpPr>
          <p:nvPr>
            <p:ph type="title"/>
          </p:nvPr>
        </p:nvSpPr>
        <p:spPr>
          <a:xfrm>
            <a:off x="608400" y="608400"/>
            <a:ext cx="10969200" cy="705600"/>
          </a:xfrm>
        </p:spPr>
        <p:txBody>
          <a:bodyPr vert="horz" lIns="90000" tIns="46800" rIns="90000" bIns="46800" rtlCol="false" anchor="ctr" anchorCtr="false">
            <a:normAutofit/>
          </a:bodyPr>
          <a:lstStyle>
            <a:lvl1pPr marL="0" marR="0" lvl="0" algn="l" defTabSz="914400" rtl="false" eaLnBrk="true" fontAlgn="auto" latinLnBrk="false" hangingPunct="true">
              <a:lnSpc>
                <a:spcPct val="100000"/>
              </a:lnSpc>
              <a:buNone/>
              <a:defRPr kumimoji="false" lang="zh-CN" altLang="en-US" sz="3600" b="true" i="false" u="none" strike="noStrike" kern="1200" cap="none" spc="300" normalizeH="false" baseline="0" noProof="true" dirty="false">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false">
                <a:sym typeface="+mn-ea"/>
              </a:rPr>
              <a:t>单击此处编辑母版标题样式</a:t>
            </a:r>
            <a:endParaRPr/>
          </a:p>
        </p:txBody>
      </p:sp>
      <p:sp>
        <p:nvSpPr>
          <p:cNvPr id="25" name="内容占位符 2"/>
          <p:cNvSpPr>
            <a:spLocks noGrp="true"/>
          </p:cNvSpPr>
          <p:nvPr>
            <p:ph sz="half" idx="1"/>
          </p:nvPr>
        </p:nvSpPr>
        <p:spPr>
          <a:xfrm>
            <a:off x="608400" y="1501200"/>
            <a:ext cx="5176800" cy="4748400"/>
          </a:xfrm>
        </p:spPr>
        <p:txBody>
          <a:bodyPr vert="horz" lIns="90000" tIns="46800" rIns="90000" bIns="46800" rtlCol="false">
            <a:normAutofit/>
          </a:bodyPr>
          <a:lstStyle>
            <a:lvl1pPr marL="228600" marR="0" lvl="0" indent="-228600" algn="l" defTabSz="914400" rtl="false" eaLnBrk="true" fontAlgn="auto" latinLnBrk="false" hangingPunct="true">
              <a:lnSpc>
                <a:spcPct val="130000"/>
              </a:lnSpc>
              <a:spcBef>
                <a:spcPts val="0"/>
              </a:spcBef>
              <a:spcAft>
                <a:spcPts val="600"/>
              </a:spcAft>
              <a:buFont typeface="Arial" panose="020B0604020202020204" pitchFamily="34" charset="0"/>
              <a:buChar char="●"/>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false" eaLnBrk="true" fontAlgn="auto" latinLnBrk="false" hangingPunct="true">
              <a:lnSpc>
                <a:spcPct val="120000"/>
              </a:lnSpc>
              <a:spcBef>
                <a:spcPts val="0"/>
              </a:spcBef>
              <a:spcAft>
                <a:spcPts val="600"/>
              </a:spcAft>
              <a:buFont typeface="Arial" panose="020B0604020202020204" pitchFamily="34" charset="0"/>
              <a:buChar char="●"/>
              <a:tabLst>
                <a:tab pos="1609725" algn="l"/>
              </a:tabLst>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false" eaLnBrk="true" fontAlgn="auto" latinLnBrk="false" hangingPunct="true">
              <a:lnSpc>
                <a:spcPct val="120000"/>
              </a:lnSpc>
              <a:spcBef>
                <a:spcPts val="0"/>
              </a:spcBef>
              <a:spcAft>
                <a:spcPts val="600"/>
              </a:spcAft>
              <a:buFont typeface="Arial" panose="020B0604020202020204" pitchFamily="34" charset="0"/>
              <a:buChar char="●"/>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false" eaLnBrk="true" fontAlgn="auto" latinLnBrk="false" hangingPunct="true">
              <a:lnSpc>
                <a:spcPct val="120000"/>
              </a:lnSpc>
              <a:spcBef>
                <a:spcPts val="0"/>
              </a:spcBef>
              <a:spcAft>
                <a:spcPts val="300"/>
              </a:spcAft>
              <a:buFont typeface="Wingdings" panose="05000000000000000000" charset="0"/>
              <a:buChar char=""/>
              <a:defRPr kumimoji="false" lang="zh-CN" altLang="en-US" sz="14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false" eaLnBrk="true" fontAlgn="auto" latinLnBrk="false" hangingPunct="true">
              <a:lnSpc>
                <a:spcPct val="120000"/>
              </a:lnSpc>
              <a:spcBef>
                <a:spcPts val="0"/>
              </a:spcBef>
              <a:spcAft>
                <a:spcPts val="300"/>
              </a:spcAft>
              <a:buFont typeface="Arial" panose="020B0604020202020204" pitchFamily="34" charset="0"/>
              <a:buChar char="•"/>
              <a:defRPr kumimoji="false" lang="zh-CN" altLang="en-US" sz="14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false">
                <a:sym typeface="+mn-ea"/>
              </a:rPr>
              <a:t>单击此处编辑母版文本样式</a:t>
            </a:r>
            <a:endParaRPr/>
          </a:p>
          <a:p>
            <a:pPr lvl="1"/>
            <a:r>
              <a:rPr dirty="false">
                <a:sym typeface="+mn-ea"/>
              </a:rPr>
              <a:t>第二级</a:t>
            </a:r>
            <a:endParaRPr/>
          </a:p>
          <a:p>
            <a:pPr lvl="2"/>
            <a:r>
              <a:rPr dirty="false">
                <a:sym typeface="+mn-ea"/>
              </a:rPr>
              <a:t>第三级</a:t>
            </a:r>
            <a:endParaRPr/>
          </a:p>
          <a:p>
            <a:pPr lvl="3"/>
            <a:r>
              <a:rPr dirty="false">
                <a:sym typeface="+mn-ea"/>
              </a:rPr>
              <a:t>第四级</a:t>
            </a:r>
            <a:endParaRPr/>
          </a:p>
          <a:p>
            <a:pPr lvl="4"/>
            <a:r>
              <a:rPr dirty="false">
                <a:sym typeface="+mn-ea"/>
              </a:rPr>
              <a:t>第五级</a:t>
            </a:r>
            <a:endParaRPr/>
          </a:p>
        </p:txBody>
      </p:sp>
      <p:sp>
        <p:nvSpPr>
          <p:cNvPr id="26" name="内容占位符 3"/>
          <p:cNvSpPr>
            <a:spLocks noGrp="true"/>
          </p:cNvSpPr>
          <p:nvPr>
            <p:ph sz="half" idx="2"/>
          </p:nvPr>
        </p:nvSpPr>
        <p:spPr>
          <a:xfrm>
            <a:off x="6411600" y="1501200"/>
            <a:ext cx="5176800" cy="4748400"/>
          </a:xfrm>
        </p:spPr>
        <p:txBody>
          <a:bodyPr lIns="90000" tIns="46800" rIns="90000" bIns="46800">
            <a:normAutofit/>
          </a:bodyPr>
          <a:lstStyle>
            <a:lvl1pPr marL="228600" indent="-228600" eaLnBrk="true" fontAlgn="auto" latinLnBrk="false" hangingPunct="true">
              <a:lnSpc>
                <a:spcPct val="130000"/>
              </a:lnSpc>
              <a:spcAft>
                <a:spcPts val="600"/>
              </a:spcAft>
              <a:buFont typeface="Arial" panose="020B0604020202020204" pitchFamily="34" charset="0"/>
              <a:buChar char="●"/>
              <a:defRPr sz="1600" u="none" strike="noStrike" kern="1200" cap="none" spc="150" normalizeH="false"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true" fontAlgn="auto" latinLnBrk="false" hangingPunct="true">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false"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true" fontAlgn="auto" latinLnBrk="false" hangingPunct="true">
              <a:lnSpc>
                <a:spcPct val="120000"/>
              </a:lnSpc>
              <a:buFont typeface="Arial" panose="020B0604020202020204" pitchFamily="34" charset="0"/>
              <a:buChar char="●"/>
              <a:defRPr sz="1600" u="none" strike="noStrike" kern="1200" cap="none" spc="150" normalizeH="false"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true" fontAlgn="auto" latinLnBrk="false" hangingPunct="true">
              <a:lnSpc>
                <a:spcPct val="120000"/>
              </a:lnSpc>
              <a:buFont typeface="Wingdings" panose="05000000000000000000" charset="0"/>
              <a:buChar char=""/>
              <a:defRPr sz="1400" u="none" strike="noStrike" kern="1200" cap="none" spc="150" normalizeH="false" baseline="0">
                <a:solidFill>
                  <a:schemeClr val="tx1">
                    <a:lumMod val="65000"/>
                    <a:lumOff val="35000"/>
                  </a:schemeClr>
                </a:solidFill>
                <a:latin typeface="Arial" panose="020B0604020202020204" pitchFamily="34" charset="0"/>
                <a:ea typeface="微软雅黑" panose="020B0503020204020204" pitchFamily="34" charset="-122"/>
              </a:defRPr>
            </a:lvl4pPr>
            <a:lvl5pPr eaLnBrk="true" fontAlgn="auto" latinLnBrk="false" hangingPunct="true">
              <a:lnSpc>
                <a:spcPct val="120000"/>
              </a:lnSpc>
              <a:defRPr sz="1400" u="none" strike="noStrike" kern="1200" cap="none" spc="150" normalizeH="false">
                <a:solidFill>
                  <a:schemeClr val="tx1">
                    <a:lumMod val="65000"/>
                    <a:lumOff val="35000"/>
                  </a:schemeClr>
                </a:solidFill>
                <a:latin typeface="Arial" panose="020B0604020202020204" pitchFamily="34" charset="0"/>
              </a:defRPr>
            </a:lvl5pPr>
          </a:lstStyle>
          <a:p>
            <a:pPr lvl="0"/>
            <a:r>
              <a:rPr lang="zh-CN" altLang="en-US" dirty="false"/>
              <a:t>单击此处编辑母版文本样式</a:t>
            </a:r>
            <a:endParaRPr/>
          </a:p>
          <a:p>
            <a:pPr lvl="1"/>
            <a:r>
              <a:rPr lang="zh-CN" altLang="en-US" dirty="false"/>
              <a:t>第二级</a:t>
            </a:r>
            <a:endParaRPr/>
          </a:p>
          <a:p>
            <a:pPr lvl="2"/>
            <a:r>
              <a:rPr lang="zh-CN" altLang="en-US" dirty="false"/>
              <a:t>第三级</a:t>
            </a:r>
            <a:endParaRPr/>
          </a:p>
          <a:p>
            <a:pPr lvl="3"/>
            <a:r>
              <a:rPr lang="zh-CN" altLang="en-US" dirty="false"/>
              <a:t>第四级</a:t>
            </a:r>
            <a:endParaRPr/>
          </a:p>
          <a:p>
            <a:pPr lvl="4"/>
            <a:r>
              <a:rPr lang="zh-CN" altLang="en-US" dirty="false"/>
              <a:t>第五级</a:t>
            </a:r>
            <a:endParaRPr/>
          </a:p>
        </p:txBody>
      </p:sp>
      <p:sp>
        <p:nvSpPr>
          <p:cNvPr id="27" name="日期占位符 4"/>
          <p:cNvSpPr>
            <a:spLocks noGrp="true"/>
          </p:cNvSpPr>
          <p:nvPr>
            <p:ph type="dt" sz="half" idx="10"/>
          </p:nvPr>
        </p:nvSpPr>
        <p:spPr/>
        <p:txBody>
          <a:bodyPr/>
          <a:lstStyle/>
          <a:p>
            <a:pPr/>
            <a:fld id="{760FBDFE-C587-4B4C-A407-44438C67B59E}" type="datetimeFigureOut">
              <a:rPr lang="zh-CN" altLang="en-US" smtClean="false"/>
              <a:t>2022/1/5</a:t>
            </a:fld>
            <a:endParaRPr lang="zh-CN" altLang="en-US"/>
          </a:p>
        </p:txBody>
      </p:sp>
      <p:sp>
        <p:nvSpPr>
          <p:cNvPr id="28" name="页脚占位符 5"/>
          <p:cNvSpPr>
            <a:spLocks noGrp="true"/>
          </p:cNvSpPr>
          <p:nvPr>
            <p:ph type="ftr" sz="quarter" idx="11"/>
          </p:nvPr>
        </p:nvSpPr>
        <p:spPr/>
        <p:txBody>
          <a:bodyPr/>
          <a:lstStyle/>
          <a:p>
            <a:pPr/>
            <a:endParaRPr lang="zh-CN" altLang="en-US"/>
          </a:p>
        </p:txBody>
      </p:sp>
      <p:sp>
        <p:nvSpPr>
          <p:cNvPr id="29" name="灯片编号占位符 6"/>
          <p:cNvSpPr>
            <a:spLocks noGrp="true"/>
          </p:cNvSpPr>
          <p:nvPr>
            <p:ph type="sldNum" sz="quarter" idx="12"/>
          </p:nvPr>
        </p:nvSpPr>
        <p:spPr/>
        <p:txBody>
          <a:bodyPr/>
          <a:lstStyle/>
          <a:p>
            <a:pPr/>
            <a:fld id="{49AE70B2-8BF9-45C0-BB95-33D1B9D3A854}" type="slidenum">
              <a:rPr lang="zh-CN" altLang="en-US" smtClean="false"/>
              <a:t>‹#›</a:t>
            </a:fld>
            <a:endParaRPr lang="zh-CN" altLang="en-US"/>
          </a:p>
        </p:txBody>
      </p:sp>
    </p:spTree>
  </p:cSld>
  <p:clrMapOvr>
    <a:masterClrMapping/>
  </p:clrMapOvr>
</p:sldLayout>
</file>

<file path=ppt/slideLayouts/slideLayout6.xml><?xml version="1.0" encoding="utf-8"?>
<p:sldLayout xmlns:a="http://schemas.openxmlformats.org/drawingml/2006/main" xmlns:p="http://schemas.openxmlformats.org/presentationml/2006/main" type="twoTxTwoObj">
  <p:cSld name="比较">
    <p:bg>
      <p:bgPr>
        <a:solidFill>
          <a:srgbClr val="FFFFFF"/>
        </a:solidFill>
        <a:effectLst/>
      </p:bgPr>
    </p:bg>
    <p:spTree>
      <p:nvGrpSpPr>
        <p:cNvPr id="30" name=""/>
        <p:cNvGrpSpPr/>
        <p:nvPr/>
      </p:nvGrpSpPr>
      <p:grpSpPr>
        <a:xfrm>
          <a:off x="0" y="0"/>
          <a:ext cx="0" cy="0"/>
          <a:chOff x="0" y="0"/>
          <a:chExt cx="0" cy="0"/>
        </a:xfrm>
      </p:grpSpPr>
      <p:sp>
        <p:nvSpPr>
          <p:cNvPr id="31" name="标题 1"/>
          <p:cNvSpPr>
            <a:spLocks noGrp="true"/>
          </p:cNvSpPr>
          <p:nvPr>
            <p:ph type="title"/>
          </p:nvPr>
        </p:nvSpPr>
        <p:spPr>
          <a:xfrm>
            <a:off x="608400" y="608400"/>
            <a:ext cx="10969200" cy="705600"/>
          </a:xfrm>
        </p:spPr>
        <p:txBody>
          <a:bodyPr vert="horz" lIns="90000" tIns="46800" rIns="90000" bIns="46800" rtlCol="false" anchor="ctr" anchorCtr="false">
            <a:normAutofit/>
          </a:bodyPr>
          <a:lstStyle>
            <a:lvl1pPr marL="0" marR="0" lvl="0" algn="l" defTabSz="914400" rtl="false" eaLnBrk="true" fontAlgn="auto" latinLnBrk="false" hangingPunct="true">
              <a:lnSpc>
                <a:spcPct val="100000"/>
              </a:lnSpc>
              <a:buNone/>
              <a:defRPr kumimoji="false" lang="zh-CN" altLang="en-US" sz="3600" b="true" i="false" u="none" strike="noStrike" kern="1200" cap="none" spc="300" normalizeH="false" baseline="0" noProof="true" dirty="false">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false">
                <a:sym typeface="+mn-ea"/>
              </a:rPr>
              <a:t>单击此处编辑母版标题样式</a:t>
            </a:r>
            <a:endParaRPr/>
          </a:p>
        </p:txBody>
      </p:sp>
      <p:sp>
        <p:nvSpPr>
          <p:cNvPr id="32" name="文本占位符 2"/>
          <p:cNvSpPr>
            <a:spLocks noGrp="true"/>
          </p:cNvSpPr>
          <p:nvPr>
            <p:ph type="body" idx="1" hasCustomPrompt="true"/>
          </p:nvPr>
        </p:nvSpPr>
        <p:spPr>
          <a:xfrm>
            <a:off x="608400" y="1429200"/>
            <a:ext cx="5342400" cy="381600"/>
          </a:xfrm>
        </p:spPr>
        <p:txBody>
          <a:bodyPr lIns="101600" tIns="38100" rIns="76200" bIns="38100" anchor="t" anchorCtr="false">
            <a:normAutofit/>
          </a:bodyPr>
          <a:lstStyle>
            <a:lvl1pPr marL="0" indent="0" eaLnBrk="true" fontAlgn="auto" latinLnBrk="false" hangingPunct="true">
              <a:lnSpc>
                <a:spcPct val="100000"/>
              </a:lnSpc>
              <a:spcAft>
                <a:spcPts val="0"/>
              </a:spcAft>
              <a:buNone/>
              <a:defRPr sz="2000" b="true" u="none" strike="noStrike" kern="1200" cap="none" spc="200" normalizeH="false"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true"/>
            </a:lvl2pPr>
            <a:lvl3pPr marL="914400" indent="0">
              <a:buNone/>
              <a:defRPr sz="1800" b="true"/>
            </a:lvl3pPr>
            <a:lvl4pPr marL="1371600" indent="0">
              <a:buNone/>
              <a:defRPr sz="1600" b="true"/>
            </a:lvl4pPr>
            <a:lvl5pPr marL="1828800" indent="0">
              <a:buNone/>
              <a:defRPr sz="1600" b="true"/>
            </a:lvl5pPr>
            <a:lvl6pPr marL="2286000" indent="0">
              <a:buNone/>
              <a:defRPr sz="1600" b="true"/>
            </a:lvl6pPr>
            <a:lvl7pPr marL="2743200" indent="0">
              <a:buNone/>
              <a:defRPr sz="1600" b="true"/>
            </a:lvl7pPr>
            <a:lvl8pPr marL="3200400" indent="0">
              <a:buNone/>
              <a:defRPr sz="1600" b="true"/>
            </a:lvl8pPr>
            <a:lvl9pPr marL="3657600" indent="0">
              <a:buNone/>
              <a:defRPr sz="1600" b="true"/>
            </a:lvl9pPr>
          </a:lstStyle>
          <a:p>
            <a:pPr lvl="0"/>
            <a:r>
              <a:rPr lang="zh-CN" altLang="en-US" dirty="false"/>
              <a:t>单击此处编辑文本</a:t>
            </a:r>
            <a:endParaRPr/>
          </a:p>
        </p:txBody>
      </p:sp>
      <p:sp>
        <p:nvSpPr>
          <p:cNvPr id="33" name="内容占位符 3"/>
          <p:cNvSpPr>
            <a:spLocks noGrp="true"/>
          </p:cNvSpPr>
          <p:nvPr>
            <p:ph sz="half" idx="2"/>
          </p:nvPr>
        </p:nvSpPr>
        <p:spPr>
          <a:xfrm>
            <a:off x="608400" y="1854000"/>
            <a:ext cx="5342400" cy="4395600"/>
          </a:xfrm>
        </p:spPr>
        <p:txBody>
          <a:bodyPr vert="horz" lIns="101600" tIns="0" rIns="82550" bIns="0" rtlCol="false">
            <a:normAutofit/>
          </a:bodyPr>
          <a:lstStyle>
            <a:lvl1pPr marL="228600" marR="0" lvl="0" indent="-228600" algn="l" defTabSz="914400" rtl="false" eaLnBrk="true" fontAlgn="auto" latinLnBrk="false" hangingPunct="true">
              <a:lnSpc>
                <a:spcPct val="130000"/>
              </a:lnSpc>
              <a:spcBef>
                <a:spcPts val="0"/>
              </a:spcBef>
              <a:spcAft>
                <a:spcPts val="600"/>
              </a:spcAft>
              <a:buFont typeface="Arial" panose="020B0604020202020204" pitchFamily="34" charset="0"/>
              <a:buChar char="●"/>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false" eaLnBrk="true" fontAlgn="auto" latinLnBrk="false" hangingPunct="true">
              <a:lnSpc>
                <a:spcPct val="120000"/>
              </a:lnSpc>
              <a:spcBef>
                <a:spcPts val="0"/>
              </a:spcBef>
              <a:spcAft>
                <a:spcPts val="600"/>
              </a:spcAft>
              <a:buFont typeface="Arial" panose="020B0604020202020204" pitchFamily="34" charset="0"/>
              <a:buChar char="●"/>
              <a:tabLst>
                <a:tab pos="1609725" algn="l"/>
              </a:tabLst>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false" eaLnBrk="true" fontAlgn="auto" latinLnBrk="false" hangingPunct="true">
              <a:lnSpc>
                <a:spcPct val="120000"/>
              </a:lnSpc>
              <a:spcBef>
                <a:spcPts val="0"/>
              </a:spcBef>
              <a:spcAft>
                <a:spcPts val="600"/>
              </a:spcAft>
              <a:buFont typeface="Arial" panose="020B0604020202020204" pitchFamily="34" charset="0"/>
              <a:buChar char="●"/>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false" eaLnBrk="true" fontAlgn="auto" latinLnBrk="false" hangingPunct="true">
              <a:lnSpc>
                <a:spcPct val="120000"/>
              </a:lnSpc>
              <a:spcBef>
                <a:spcPts val="0"/>
              </a:spcBef>
              <a:spcAft>
                <a:spcPts val="300"/>
              </a:spcAft>
              <a:buFont typeface="Wingdings" panose="05000000000000000000" charset="0"/>
              <a:buChar char=""/>
              <a:defRPr kumimoji="false" lang="zh-CN" altLang="en-US" sz="14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false" eaLnBrk="true" fontAlgn="auto" latinLnBrk="false" hangingPunct="true">
              <a:lnSpc>
                <a:spcPct val="120000"/>
              </a:lnSpc>
              <a:spcBef>
                <a:spcPts val="0"/>
              </a:spcBef>
              <a:spcAft>
                <a:spcPts val="300"/>
              </a:spcAft>
              <a:buFont typeface="Arial" panose="020B0604020202020204" pitchFamily="34" charset="0"/>
              <a:buChar char="•"/>
              <a:defRPr kumimoji="false" lang="zh-CN" altLang="en-US" sz="14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false">
                <a:sym typeface="+mn-ea"/>
              </a:rPr>
              <a:t>单击此处编辑母版文本样式</a:t>
            </a:r>
            <a:endParaRPr/>
          </a:p>
          <a:p>
            <a:pPr lvl="1"/>
            <a:r>
              <a:rPr dirty="false">
                <a:sym typeface="+mn-ea"/>
              </a:rPr>
              <a:t>第二级</a:t>
            </a:r>
            <a:endParaRPr/>
          </a:p>
          <a:p>
            <a:pPr lvl="2"/>
            <a:r>
              <a:rPr dirty="false">
                <a:sym typeface="+mn-ea"/>
              </a:rPr>
              <a:t>第三级</a:t>
            </a:r>
            <a:endParaRPr/>
          </a:p>
          <a:p>
            <a:pPr lvl="3"/>
            <a:r>
              <a:rPr dirty="false">
                <a:sym typeface="+mn-ea"/>
              </a:rPr>
              <a:t>第四级</a:t>
            </a:r>
            <a:endParaRPr/>
          </a:p>
          <a:p>
            <a:pPr lvl="4"/>
            <a:r>
              <a:rPr dirty="false">
                <a:sym typeface="+mn-ea"/>
              </a:rPr>
              <a:t>第五级</a:t>
            </a:r>
            <a:endParaRPr/>
          </a:p>
        </p:txBody>
      </p:sp>
      <p:sp>
        <p:nvSpPr>
          <p:cNvPr id="34" name="文本占位符 4"/>
          <p:cNvSpPr>
            <a:spLocks noGrp="true"/>
          </p:cNvSpPr>
          <p:nvPr>
            <p:ph type="body" sz="quarter" idx="3" hasCustomPrompt="true"/>
          </p:nvPr>
        </p:nvSpPr>
        <p:spPr>
          <a:xfrm>
            <a:off x="6235750" y="1421729"/>
            <a:ext cx="5342400" cy="381600"/>
          </a:xfrm>
        </p:spPr>
        <p:txBody>
          <a:bodyPr vert="horz" lIns="101600" tIns="38100" rIns="76200" bIns="38100" rtlCol="false" anchor="t" anchorCtr="false">
            <a:normAutofit/>
          </a:bodyPr>
          <a:lstStyle>
            <a:lvl1pPr marL="0" marR="0" lvl="0" indent="0" algn="l" defTabSz="914400" rtl="false" eaLnBrk="true" fontAlgn="auto" latinLnBrk="false" hangingPunct="true">
              <a:lnSpc>
                <a:spcPct val="100000"/>
              </a:lnSpc>
              <a:spcBef>
                <a:spcPts val="0"/>
              </a:spcBef>
              <a:spcAft>
                <a:spcPts val="0"/>
              </a:spcAft>
              <a:buFont typeface="Arial" panose="020B0604020202020204" pitchFamily="34" charset="0"/>
              <a:buNone/>
              <a:defRPr kumimoji="false" lang="zh-CN" altLang="en-US" sz="2000" b="true" i="false" u="none" strike="noStrike" kern="1200" cap="none" spc="200" normalizeH="false" baseline="0" noProof="true" dirty="false">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true"/>
            </a:lvl2pPr>
            <a:lvl3pPr marL="914400" indent="0">
              <a:buNone/>
              <a:defRPr sz="1800" b="true"/>
            </a:lvl3pPr>
            <a:lvl4pPr marL="1371600" indent="0">
              <a:buNone/>
              <a:defRPr sz="1600" b="true"/>
            </a:lvl4pPr>
            <a:lvl5pPr marL="1828800" indent="0">
              <a:buNone/>
              <a:defRPr sz="1600" b="true"/>
            </a:lvl5pPr>
            <a:lvl6pPr marL="2286000" indent="0">
              <a:buNone/>
              <a:defRPr sz="1600" b="true"/>
            </a:lvl6pPr>
            <a:lvl7pPr marL="2743200" indent="0">
              <a:buNone/>
              <a:defRPr sz="1600" b="true"/>
            </a:lvl7pPr>
            <a:lvl8pPr marL="3200400" indent="0">
              <a:buNone/>
              <a:defRPr sz="1600" b="true"/>
            </a:lvl8pPr>
            <a:lvl9pPr marL="3657600" indent="0">
              <a:buNone/>
              <a:defRPr sz="1600" b="true"/>
            </a:lvl9pPr>
          </a:lstStyle>
          <a:p>
            <a:pPr lvl="0"/>
            <a:r>
              <a:rPr>
                <a:sym typeface="+mn-ea"/>
              </a:rPr>
              <a:t>单击此处编辑文本</a:t>
            </a:r>
            <a:endParaRPr/>
          </a:p>
        </p:txBody>
      </p:sp>
      <p:sp>
        <p:nvSpPr>
          <p:cNvPr id="35" name="内容占位符 5"/>
          <p:cNvSpPr>
            <a:spLocks noGrp="true"/>
          </p:cNvSpPr>
          <p:nvPr>
            <p:ph sz="quarter" idx="4"/>
          </p:nvPr>
        </p:nvSpPr>
        <p:spPr>
          <a:xfrm>
            <a:off x="6235750" y="1854000"/>
            <a:ext cx="5342400" cy="4395600"/>
          </a:xfrm>
        </p:spPr>
        <p:txBody>
          <a:bodyPr vert="horz" lIns="101600" tIns="0" rIns="82550" bIns="0" rtlCol="false">
            <a:normAutofit/>
          </a:bodyPr>
          <a:lstStyle>
            <a:lvl1pPr marL="228600" marR="0" lvl="0" indent="-228600" algn="l" defTabSz="914400" rtl="false" eaLnBrk="true" fontAlgn="auto" latinLnBrk="false" hangingPunct="true">
              <a:lnSpc>
                <a:spcPct val="130000"/>
              </a:lnSpc>
              <a:spcBef>
                <a:spcPts val="0"/>
              </a:spcBef>
              <a:spcAft>
                <a:spcPts val="600"/>
              </a:spcAft>
              <a:buFont typeface="Arial" panose="020B0604020202020204" pitchFamily="34" charset="0"/>
              <a:buChar char="●"/>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false" eaLnBrk="true" fontAlgn="auto" latinLnBrk="false" hangingPunct="true">
              <a:lnSpc>
                <a:spcPct val="120000"/>
              </a:lnSpc>
              <a:spcBef>
                <a:spcPts val="0"/>
              </a:spcBef>
              <a:spcAft>
                <a:spcPts val="600"/>
              </a:spcAft>
              <a:buFont typeface="Arial" panose="020B0604020202020204" pitchFamily="34" charset="0"/>
              <a:buChar char="●"/>
              <a:tabLst>
                <a:tab pos="1609725" algn="l"/>
              </a:tabLst>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false" eaLnBrk="true" fontAlgn="auto" latinLnBrk="false" hangingPunct="true">
              <a:lnSpc>
                <a:spcPct val="120000"/>
              </a:lnSpc>
              <a:spcBef>
                <a:spcPts val="0"/>
              </a:spcBef>
              <a:spcAft>
                <a:spcPts val="600"/>
              </a:spcAft>
              <a:buFont typeface="Arial" panose="020B0604020202020204" pitchFamily="34" charset="0"/>
              <a:buChar char="●"/>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false" eaLnBrk="true" fontAlgn="auto" latinLnBrk="false" hangingPunct="true">
              <a:lnSpc>
                <a:spcPct val="120000"/>
              </a:lnSpc>
              <a:spcBef>
                <a:spcPts val="0"/>
              </a:spcBef>
              <a:spcAft>
                <a:spcPts val="300"/>
              </a:spcAft>
              <a:buFont typeface="Wingdings" panose="05000000000000000000" charset="0"/>
              <a:buChar char=""/>
              <a:defRPr kumimoji="false" lang="zh-CN" altLang="en-US" sz="14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false" eaLnBrk="true" fontAlgn="auto" latinLnBrk="false" hangingPunct="true">
              <a:lnSpc>
                <a:spcPct val="120000"/>
              </a:lnSpc>
              <a:spcBef>
                <a:spcPts val="0"/>
              </a:spcBef>
              <a:spcAft>
                <a:spcPts val="300"/>
              </a:spcAft>
              <a:buFont typeface="Arial" panose="020B0604020202020204" pitchFamily="34" charset="0"/>
              <a:buChar char="•"/>
              <a:defRPr kumimoji="false" lang="zh-CN" altLang="en-US" sz="14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false">
                <a:sym typeface="+mn-ea"/>
              </a:rPr>
              <a:t>单击此处编辑母版文本样式</a:t>
            </a:r>
            <a:endParaRPr/>
          </a:p>
          <a:p>
            <a:pPr lvl="1"/>
            <a:r>
              <a:rPr dirty="false">
                <a:sym typeface="+mn-ea"/>
              </a:rPr>
              <a:t>第二级</a:t>
            </a:r>
            <a:endParaRPr/>
          </a:p>
          <a:p>
            <a:pPr lvl="2"/>
            <a:r>
              <a:rPr dirty="false">
                <a:sym typeface="+mn-ea"/>
              </a:rPr>
              <a:t>第三级</a:t>
            </a:r>
            <a:endParaRPr/>
          </a:p>
          <a:p>
            <a:pPr lvl="3"/>
            <a:r>
              <a:rPr dirty="false">
                <a:sym typeface="+mn-ea"/>
              </a:rPr>
              <a:t>第四级</a:t>
            </a:r>
            <a:endParaRPr/>
          </a:p>
          <a:p>
            <a:pPr lvl="4"/>
            <a:r>
              <a:rPr dirty="false">
                <a:sym typeface="+mn-ea"/>
              </a:rPr>
              <a:t>第五级</a:t>
            </a:r>
            <a:endParaRPr/>
          </a:p>
        </p:txBody>
      </p:sp>
      <p:sp>
        <p:nvSpPr>
          <p:cNvPr id="36" name="日期占位符 6"/>
          <p:cNvSpPr>
            <a:spLocks noGrp="true"/>
          </p:cNvSpPr>
          <p:nvPr>
            <p:ph type="dt" sz="half" idx="10"/>
          </p:nvPr>
        </p:nvSpPr>
        <p:spPr/>
        <p:txBody>
          <a:bodyPr/>
          <a:lstStyle/>
          <a:p>
            <a:pPr/>
            <a:fld id="{760FBDFE-C587-4B4C-A407-44438C67B59E}" type="datetimeFigureOut">
              <a:rPr lang="zh-CN" altLang="en-US" smtClean="false"/>
              <a:t>2022/1/5</a:t>
            </a:fld>
            <a:endParaRPr lang="zh-CN" altLang="en-US"/>
          </a:p>
        </p:txBody>
      </p:sp>
      <p:sp>
        <p:nvSpPr>
          <p:cNvPr id="37" name="页脚占位符 7"/>
          <p:cNvSpPr>
            <a:spLocks noGrp="true"/>
          </p:cNvSpPr>
          <p:nvPr>
            <p:ph type="ftr" sz="quarter" idx="11"/>
          </p:nvPr>
        </p:nvSpPr>
        <p:spPr/>
        <p:txBody>
          <a:bodyPr/>
          <a:lstStyle/>
          <a:p>
            <a:pPr/>
            <a:endParaRPr lang="zh-CN" altLang="en-US"/>
          </a:p>
        </p:txBody>
      </p:sp>
      <p:sp>
        <p:nvSpPr>
          <p:cNvPr id="38" name="灯片编号占位符 8"/>
          <p:cNvSpPr>
            <a:spLocks noGrp="true"/>
          </p:cNvSpPr>
          <p:nvPr>
            <p:ph type="sldNum" sz="quarter" idx="12"/>
          </p:nvPr>
        </p:nvSpPr>
        <p:spPr/>
        <p:txBody>
          <a:bodyPr/>
          <a:lstStyle/>
          <a:p>
            <a:pPr/>
            <a:fld id="{49AE70B2-8BF9-45C0-BB95-33D1B9D3A854}" type="slidenum">
              <a:rPr lang="zh-CN" altLang="en-US" smtClean="false"/>
              <a:t>‹#›</a:t>
            </a:fld>
            <a:endParaRPr lang="zh-CN" altLang="en-US"/>
          </a:p>
        </p:txBody>
      </p:sp>
    </p:spTree>
  </p:cSld>
  <p:clrMapOvr>
    <a:masterClrMapping/>
  </p:clrMapOvr>
</p:sldLayout>
</file>

<file path=ppt/slideLayouts/slideLayout7.xml><?xml version="1.0" encoding="utf-8"?>
<p:sldLayout xmlns:a="http://schemas.openxmlformats.org/drawingml/2006/main" xmlns:p="http://schemas.openxmlformats.org/presentationml/2006/main" type="titleOnly">
  <p:cSld name="仅标题">
    <p:bg>
      <p:bgPr>
        <a:solidFill>
          <a:srgbClr val="FFFFFF"/>
        </a:solidFill>
        <a:effectLst/>
      </p:bgPr>
    </p:bg>
    <p:spTree>
      <p:nvGrpSpPr>
        <p:cNvPr id="39" name=""/>
        <p:cNvGrpSpPr/>
        <p:nvPr/>
      </p:nvGrpSpPr>
      <p:grpSpPr>
        <a:xfrm>
          <a:off x="0" y="0"/>
          <a:ext cx="0" cy="0"/>
          <a:chOff x="0" y="0"/>
          <a:chExt cx="0" cy="0"/>
        </a:xfrm>
      </p:grpSpPr>
      <p:sp>
        <p:nvSpPr>
          <p:cNvPr id="40" name="标题 1"/>
          <p:cNvSpPr>
            <a:spLocks noGrp="true"/>
          </p:cNvSpPr>
          <p:nvPr>
            <p:ph type="title"/>
          </p:nvPr>
        </p:nvSpPr>
        <p:spPr>
          <a:xfrm>
            <a:off x="608400" y="608400"/>
            <a:ext cx="10969200" cy="705600"/>
          </a:xfrm>
        </p:spPr>
        <p:txBody>
          <a:bodyPr vert="horz" lIns="90000" tIns="46800" rIns="90000" bIns="46800" rtlCol="false" anchor="ctr" anchorCtr="false">
            <a:normAutofit/>
          </a:bodyPr>
          <a:lstStyle>
            <a:lvl1pPr marL="0" marR="0" lvl="0" algn="l" defTabSz="914400" rtl="false" eaLnBrk="true" fontAlgn="auto" latinLnBrk="false" hangingPunct="true">
              <a:lnSpc>
                <a:spcPct val="100000"/>
              </a:lnSpc>
              <a:buNone/>
              <a:defRPr kumimoji="false" lang="zh-CN" altLang="en-US" sz="3600" b="true" i="false" u="none" strike="noStrike" kern="1200" cap="none" spc="300" normalizeH="false" baseline="0" noProof="true" dirty="false">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p>
        </p:txBody>
      </p:sp>
      <p:sp>
        <p:nvSpPr>
          <p:cNvPr id="41" name="日期占位符 2"/>
          <p:cNvSpPr>
            <a:spLocks noGrp="true"/>
          </p:cNvSpPr>
          <p:nvPr>
            <p:ph type="dt" sz="half" idx="10"/>
          </p:nvPr>
        </p:nvSpPr>
        <p:spPr/>
        <p:txBody>
          <a:bodyPr/>
          <a:lstStyle/>
          <a:p>
            <a:pPr/>
            <a:fld id="{760FBDFE-C587-4B4C-A407-44438C67B59E}" type="datetimeFigureOut">
              <a:rPr lang="zh-CN" altLang="en-US" smtClean="false"/>
              <a:t>2022/1/5</a:t>
            </a:fld>
            <a:endParaRPr lang="zh-CN" altLang="en-US"/>
          </a:p>
        </p:txBody>
      </p:sp>
      <p:sp>
        <p:nvSpPr>
          <p:cNvPr id="42" name="页脚占位符 3"/>
          <p:cNvSpPr>
            <a:spLocks noGrp="true"/>
          </p:cNvSpPr>
          <p:nvPr>
            <p:ph type="ftr" sz="quarter" idx="11"/>
          </p:nvPr>
        </p:nvSpPr>
        <p:spPr/>
        <p:txBody>
          <a:bodyPr/>
          <a:lstStyle/>
          <a:p>
            <a:pPr/>
            <a:endParaRPr lang="zh-CN" altLang="en-US"/>
          </a:p>
        </p:txBody>
      </p:sp>
      <p:sp>
        <p:nvSpPr>
          <p:cNvPr id="43" name="灯片编号占位符 4"/>
          <p:cNvSpPr>
            <a:spLocks noGrp="true"/>
          </p:cNvSpPr>
          <p:nvPr>
            <p:ph type="sldNum" sz="quarter" idx="12"/>
          </p:nvPr>
        </p:nvSpPr>
        <p:spPr/>
        <p:txBody>
          <a:bodyPr/>
          <a:lstStyle/>
          <a:p>
            <a:pPr/>
            <a:fld id="{49AE70B2-8BF9-45C0-BB95-33D1B9D3A854}" type="slidenum">
              <a:rPr lang="zh-CN" altLang="en-US" smtClean="false"/>
              <a:t>‹#›</a:t>
            </a:fld>
            <a:endParaRPr lang="zh-CN" altLang="en-US"/>
          </a:p>
        </p:txBody>
      </p:sp>
    </p:spTree>
  </p:cSld>
  <p:clrMapOvr>
    <a:masterClrMapping/>
  </p:clrMapOvr>
</p:sldLayout>
</file>

<file path=ppt/slideLayouts/slideLayout8.xml><?xml version="1.0" encoding="utf-8"?>
<p:sldLayout xmlns:a="http://schemas.openxmlformats.org/drawingml/2006/main" xmlns:p="http://schemas.openxmlformats.org/presentationml/2006/main">
  <p:cSld name="图片与标题">
    <p:bg>
      <p:bgPr>
        <a:solidFill>
          <a:srgbClr val="FFFFFF"/>
        </a:solidFill>
        <a:effectLst/>
      </p:bgPr>
    </p:bg>
    <p:spTree>
      <p:nvGrpSpPr>
        <p:cNvPr id="44" name=""/>
        <p:cNvGrpSpPr/>
        <p:nvPr/>
      </p:nvGrpSpPr>
      <p:grpSpPr>
        <a:xfrm>
          <a:off x="0" y="0"/>
          <a:ext cx="0" cy="0"/>
          <a:chOff x="0" y="0"/>
          <a:chExt cx="0" cy="0"/>
        </a:xfrm>
      </p:grpSpPr>
      <p:sp>
        <p:nvSpPr>
          <p:cNvPr id="45" name="图片占位符 2"/>
          <p:cNvSpPr>
            <a:spLocks noGrp="true"/>
          </p:cNvSpPr>
          <p:nvPr>
            <p:ph type="pic" idx="1"/>
          </p:nvPr>
        </p:nvSpPr>
        <p:spPr>
          <a:xfrm>
            <a:off x="608400" y="1555200"/>
            <a:ext cx="5233077" cy="4608000"/>
          </a:xfrm>
        </p:spPr>
        <p:txBody>
          <a:bodyPr vert="horz" lIns="90000" tIns="46800" rIns="90000" bIns="46800" rtlCol="false">
            <a:normAutofit/>
          </a:bodyPr>
          <a:lstStyle>
            <a:lvl1pPr marL="0" marR="0" lvl="0" indent="0" algn="l" defTabSz="914400" rtl="false" eaLnBrk="true" fontAlgn="auto" latinLnBrk="false" hangingPunct="true">
              <a:lnSpc>
                <a:spcPct val="130000"/>
              </a:lnSpc>
              <a:spcBef>
                <a:spcPts val="0"/>
              </a:spcBef>
              <a:spcAft>
                <a:spcPts val="1000"/>
              </a:spcAft>
              <a:buFont typeface="Arial" panose="020B0604020202020204" pitchFamily="34" charset="0"/>
              <a:buNone/>
              <a:defRPr kumimoji="false" lang="zh-CN" altLang="en-US" sz="1600" b="false" i="false" u="none" strike="noStrike" kern="1200" cap="none" spc="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false" eaLnBrk="true" fontAlgn="auto" latinLnBrk="false" hangingPunct="true">
              <a:lnSpc>
                <a:spcPct val="130000"/>
              </a:lnSpc>
              <a:spcBef>
                <a:spcPts val="0"/>
              </a:spcBef>
              <a:spcAft>
                <a:spcPts val="1000"/>
              </a:spcAft>
              <a:buFont typeface="Arial" panose="020B0604020202020204" pitchFamily="34" charset="0"/>
              <a:buChar char="•"/>
              <a:tabLst>
                <a:tab pos="1609725" algn="l"/>
              </a:tabLst>
              <a:defRPr kumimoji="false" lang="zh-CN" altLang="en-US" sz="1600" b="false" i="false" u="none" strike="noStrike" kern="1200" cap="none" spc="150" normalizeH="false" baseline="0" noProof="true" dirty="false">
                <a:solidFill>
                  <a:schemeClr val="tx1"/>
                </a:solidFill>
                <a:uFillTx/>
                <a:latin typeface="+mn-lt"/>
                <a:ea typeface="+mn-ea"/>
                <a:cs typeface="+mn-cs"/>
                <a:sym typeface="+mn-ea"/>
              </a:defRPr>
            </a:lvl2pPr>
            <a:lvl3pPr marL="1143000" marR="0" lvl="2" indent="-228600" algn="l" defTabSz="914400" rtl="false" eaLnBrk="true" fontAlgn="auto" latinLnBrk="false" hangingPunct="true">
              <a:lnSpc>
                <a:spcPct val="130000"/>
              </a:lnSpc>
              <a:spcBef>
                <a:spcPts val="0"/>
              </a:spcBef>
              <a:spcAft>
                <a:spcPts val="1000"/>
              </a:spcAft>
              <a:buFont typeface="Arial" panose="020B0604020202020204" pitchFamily="34" charset="0"/>
              <a:buChar char="•"/>
              <a:defRPr kumimoji="false" lang="zh-CN" altLang="en-US" sz="1600" b="false" i="false" u="none" strike="noStrike" kern="1200" cap="none" spc="150" normalizeH="false" baseline="0" noProof="true" dirty="false">
                <a:solidFill>
                  <a:schemeClr val="tx1"/>
                </a:solidFill>
                <a:uFillTx/>
                <a:latin typeface="+mn-lt"/>
                <a:ea typeface="+mn-ea"/>
                <a:cs typeface="+mn-cs"/>
                <a:sym typeface="+mn-ea"/>
              </a:defRPr>
            </a:lvl3pPr>
            <a:lvl4pPr marL="1600200" marR="0" lvl="3" indent="-228600" algn="l" defTabSz="914400" rtl="false" eaLnBrk="true" fontAlgn="auto" latinLnBrk="false" hangingPunct="true">
              <a:lnSpc>
                <a:spcPct val="130000"/>
              </a:lnSpc>
              <a:spcBef>
                <a:spcPts val="0"/>
              </a:spcBef>
              <a:spcAft>
                <a:spcPts val="1000"/>
              </a:spcAft>
              <a:buFont typeface="Arial" panose="020B0604020202020204" pitchFamily="34" charset="0"/>
              <a:buChar char="•"/>
              <a:defRPr kumimoji="false" lang="zh-CN" altLang="en-US" sz="1600" b="false" i="false" u="none" strike="noStrike" kern="1200" cap="none" spc="150" normalizeH="false" baseline="0" noProof="true" dirty="false">
                <a:solidFill>
                  <a:schemeClr val="tx1"/>
                </a:solidFill>
                <a:uFillTx/>
                <a:latin typeface="+mn-lt"/>
                <a:ea typeface="+mn-ea"/>
                <a:cs typeface="+mn-cs"/>
                <a:sym typeface="+mn-ea"/>
              </a:defRPr>
            </a:lvl4pPr>
            <a:lvl5pPr marL="2057400" marR="0" lvl="4" indent="-228600" algn="l" defTabSz="914400" rtl="false" eaLnBrk="true" fontAlgn="auto" latinLnBrk="false" hangingPunct="true">
              <a:lnSpc>
                <a:spcPct val="130000"/>
              </a:lnSpc>
              <a:spcBef>
                <a:spcPts val="0"/>
              </a:spcBef>
              <a:spcAft>
                <a:spcPts val="1000"/>
              </a:spcAft>
              <a:buFont typeface="Arial" panose="020B0604020202020204" pitchFamily="34" charset="0"/>
              <a:buChar char="•"/>
              <a:defRPr kumimoji="false" lang="zh-CN" altLang="en-US" sz="1600" b="false" i="false" u="none" strike="noStrike" kern="1200" cap="none" spc="150" normalizeH="false" baseline="0" noProof="true" dirty="false">
                <a:solidFill>
                  <a:schemeClr val="tx1"/>
                </a:solidFill>
                <a:uFillTx/>
                <a:latin typeface="+mn-lt"/>
                <a:ea typeface="+mn-ea"/>
                <a:cs typeface="+mn-cs"/>
                <a:sym typeface="+mn-ea"/>
              </a:defRPr>
            </a:lvl5pPr>
          </a:lstStyle>
          <a:p>
            <a:pPr lvl="0"/>
            <a:endParaRPr dirty="false">
              <a:sym typeface="+mn-ea"/>
            </a:endParaRPr>
          </a:p>
        </p:txBody>
      </p:sp>
      <p:sp>
        <p:nvSpPr>
          <p:cNvPr id="46" name="文本占位符 3"/>
          <p:cNvSpPr>
            <a:spLocks noGrp="true"/>
          </p:cNvSpPr>
          <p:nvPr>
            <p:ph type="body" sz="half" idx="2"/>
          </p:nvPr>
        </p:nvSpPr>
        <p:spPr>
          <a:xfrm>
            <a:off x="6350400" y="1555200"/>
            <a:ext cx="5227200" cy="4608000"/>
          </a:xfrm>
        </p:spPr>
        <p:txBody>
          <a:bodyPr vert="horz" lIns="90000" tIns="46800" rIns="90000" bIns="46800" rtlCol="false">
            <a:normAutofit/>
          </a:bodyPr>
          <a:lstStyle>
            <a:lvl1pPr marL="0" marR="0" lvl="0" indent="0" algn="l" defTabSz="914400" rtl="false" eaLnBrk="true" fontAlgn="auto" latinLnBrk="false" hangingPunct="true">
              <a:lnSpc>
                <a:spcPct val="130000"/>
              </a:lnSpc>
              <a:spcBef>
                <a:spcPts val="0"/>
              </a:spcBef>
              <a:spcAft>
                <a:spcPts val="600"/>
              </a:spcAft>
              <a:buFont typeface="Arial" panose="020B0604020202020204" pitchFamily="34" charset="0"/>
              <a:buNone/>
              <a:defRPr kumimoji="false" lang="zh-CN" altLang="en-US" sz="1600" b="false" i="false" u="none" strike="noStrike" kern="1200" cap="none" spc="150" normalizeH="false" baseline="0" noProof="true" dirty="false">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true" fontAlgn="auto" latinLnBrk="false" hangingPunct="true">
              <a:buFont typeface="Arial" panose="020B0604020202020204" pitchFamily="34" charset="0"/>
              <a:buNone/>
              <a:tabLst>
                <a:tab pos="1609725" algn="l"/>
                <a:tab pos="1609725" algn="l"/>
                <a:tab pos="1609725" algn="l"/>
                <a:tab pos="1609725" algn="l"/>
              </a:tabLst>
              <a:defRPr u="none" strike="noStrike" kern="1200" cap="none" spc="150" normalizeH="false">
                <a:solidFill>
                  <a:schemeClr val="tx1">
                    <a:lumMod val="65000"/>
                    <a:lumOff val="35000"/>
                  </a:schemeClr>
                </a:solidFill>
                <a:uFillTx/>
                <a:latin typeface="Arial" panose="020B0604020202020204" pitchFamily="34" charset="0"/>
                <a:ea typeface="微软雅黑" panose="020B0503020204020204" pitchFamily="34" charset="-122"/>
              </a:defRPr>
            </a:lvl2pPr>
            <a:lvl3pPr eaLnBrk="true" fontAlgn="auto" latinLnBrk="false" hangingPunct="true">
              <a:buFont typeface="Arial" panose="020B0604020202020204" pitchFamily="34" charset="0"/>
              <a:buChar char="●"/>
              <a:defRPr u="none" strike="noStrike" kern="1200" cap="none" spc="150" normalizeH="false">
                <a:solidFill>
                  <a:schemeClr val="tx1">
                    <a:lumMod val="65000"/>
                    <a:lumOff val="35000"/>
                  </a:schemeClr>
                </a:solidFill>
                <a:uFillTx/>
                <a:latin typeface="Arial" panose="020B0604020202020204" pitchFamily="34" charset="0"/>
                <a:ea typeface="微软雅黑" panose="020B0503020204020204" pitchFamily="34" charset="-122"/>
              </a:defRPr>
            </a:lvl3pPr>
            <a:lvl4pPr eaLnBrk="true" fontAlgn="auto" latinLnBrk="false" hangingPunct="true">
              <a:defRPr u="none" strike="noStrike" kern="1200" cap="none" spc="150" normalizeH="false">
                <a:solidFill>
                  <a:schemeClr val="tx1">
                    <a:lumMod val="65000"/>
                    <a:lumOff val="35000"/>
                  </a:schemeClr>
                </a:solidFill>
                <a:uFillTx/>
                <a:latin typeface="Arial" panose="020B0604020202020204" pitchFamily="34" charset="0"/>
                <a:ea typeface="微软雅黑" panose="020B0503020204020204" pitchFamily="34" charset="-122"/>
              </a:defRPr>
            </a:lvl4pPr>
            <a:lvl5pPr eaLnBrk="true" fontAlgn="auto" latinLnBrk="false" hangingPunct="true">
              <a:defRPr u="none" strike="noStrike" kern="1200" cap="none" spc="150" normalizeH="false">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false">
                <a:sym typeface="+mn-ea"/>
              </a:rPr>
              <a:t>单击此处编辑母版文本样式</a:t>
            </a:r>
            <a:endParaRPr/>
          </a:p>
        </p:txBody>
      </p:sp>
      <p:sp>
        <p:nvSpPr>
          <p:cNvPr id="47" name="日期占位符 4"/>
          <p:cNvSpPr>
            <a:spLocks noGrp="true"/>
          </p:cNvSpPr>
          <p:nvPr>
            <p:ph type="dt" sz="half" idx="10"/>
          </p:nvPr>
        </p:nvSpPr>
        <p:spPr/>
        <p:txBody>
          <a:bodyPr/>
          <a:lstStyle/>
          <a:p>
            <a:pPr/>
            <a:fld id="{9EFD9D74-47D9-4702-A33C-335B63B48DBF}" type="datetimeFigureOut">
              <a:rPr lang="zh-CN" altLang="en-US" smtClean="false"/>
              <a:t>2022/1/5</a:t>
            </a:fld>
            <a:endParaRPr lang="zh-CN" altLang="en-US" dirty="false"/>
          </a:p>
        </p:txBody>
      </p:sp>
      <p:sp>
        <p:nvSpPr>
          <p:cNvPr id="48" name="页脚占位符 5"/>
          <p:cNvSpPr>
            <a:spLocks noGrp="true"/>
          </p:cNvSpPr>
          <p:nvPr>
            <p:ph type="ftr" sz="quarter" idx="11"/>
          </p:nvPr>
        </p:nvSpPr>
        <p:spPr/>
        <p:txBody>
          <a:bodyPr/>
          <a:lstStyle/>
          <a:p>
            <a:pPr/>
            <a:endParaRPr lang="zh-CN" altLang="en-US" dirty="false"/>
          </a:p>
        </p:txBody>
      </p:sp>
      <p:sp>
        <p:nvSpPr>
          <p:cNvPr id="49" name="灯片编号占位符 6"/>
          <p:cNvSpPr>
            <a:spLocks noGrp="true"/>
          </p:cNvSpPr>
          <p:nvPr>
            <p:ph type="sldNum" sz="quarter" idx="12"/>
          </p:nvPr>
        </p:nvSpPr>
        <p:spPr/>
        <p:txBody>
          <a:bodyPr/>
          <a:lstStyle/>
          <a:p>
            <a:pPr/>
            <a:fld id="{FABC47A4-756D-490B-A52F-7D9E2C9FC05F}" type="slidenum">
              <a:rPr lang="zh-CN" altLang="en-US" smtClean="false"/>
              <a:t>‹#›</a:t>
            </a:fld>
            <a:endParaRPr lang="zh-CN" altLang="en-US"/>
          </a:p>
        </p:txBody>
      </p:sp>
      <p:sp>
        <p:nvSpPr>
          <p:cNvPr id="50" name="标题 8"/>
          <p:cNvSpPr>
            <a:spLocks noGrp="true"/>
          </p:cNvSpPr>
          <p:nvPr>
            <p:ph type="title"/>
          </p:nvPr>
        </p:nvSpPr>
        <p:spPr/>
        <p:txBody>
          <a:bodyPr/>
          <a:lstStyle>
            <a:lvl1pPr>
              <a:defRPr baseline="0"/>
            </a:lvl1pPr>
          </a:lstStyle>
          <a:p>
            <a:pPr/>
            <a:r>
              <a:rPr lang="zh-CN" altLang="en-US"/>
              <a:t>单击此处编辑母版标题样式</a:t>
            </a:r>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type="vertTitleAndTx">
  <p:cSld name="竖排标题与文本">
    <p:bg>
      <p:bgPr>
        <a:solidFill>
          <a:srgbClr val="FFFFFF"/>
        </a:solidFill>
        <a:effectLst/>
      </p:bgPr>
    </p:bg>
    <p:spTree>
      <p:nvGrpSpPr>
        <p:cNvPr id="51" name=""/>
        <p:cNvGrpSpPr/>
        <p:nvPr/>
      </p:nvGrpSpPr>
      <p:grpSpPr>
        <a:xfrm>
          <a:off x="0" y="0"/>
          <a:ext cx="0" cy="0"/>
          <a:chOff x="0" y="0"/>
          <a:chExt cx="0" cy="0"/>
        </a:xfrm>
      </p:grpSpPr>
      <p:sp>
        <p:nvSpPr>
          <p:cNvPr id="52" name="竖排标题 1"/>
          <p:cNvSpPr>
            <a:spLocks noGrp="true"/>
          </p:cNvSpPr>
          <p:nvPr>
            <p:ph type="title" orient="vert" hasCustomPrompt="true"/>
          </p:nvPr>
        </p:nvSpPr>
        <p:spPr>
          <a:xfrm>
            <a:off x="10234800" y="914400"/>
            <a:ext cx="1044000" cy="5029200"/>
          </a:xfrm>
        </p:spPr>
        <p:txBody>
          <a:bodyPr vert="eaVert" lIns="90000" tIns="46800" rIns="90000" bIns="46800" rtlCol="false" anchor="ctr" anchorCtr="false">
            <a:normAutofit/>
          </a:bodyPr>
          <a:lstStyle>
            <a:lvl1pPr marL="0" marR="0" lvl="0" algn="l" defTabSz="914400" rtl="false" eaLnBrk="true" fontAlgn="auto" latinLnBrk="false" hangingPunct="true">
              <a:lnSpc>
                <a:spcPct val="100000"/>
              </a:lnSpc>
              <a:spcAft>
                <a:spcPts val="0"/>
              </a:spcAft>
              <a:buNone/>
              <a:defRPr kumimoji="false" lang="zh-CN" altLang="en-US" sz="2800" b="true" i="false" u="none" strike="noStrike" kern="1200" cap="none" spc="300" normalizeH="false" baseline="0" noProof="true" dirty="false">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false">
                <a:sym typeface="+mn-ea"/>
              </a:rPr>
              <a:t>单击此处编辑标题</a:t>
            </a:r>
            <a:endParaRPr/>
          </a:p>
        </p:txBody>
      </p:sp>
      <p:sp>
        <p:nvSpPr>
          <p:cNvPr id="53" name="竖排文字占位符 2"/>
          <p:cNvSpPr>
            <a:spLocks noGrp="true"/>
          </p:cNvSpPr>
          <p:nvPr>
            <p:ph type="body" orient="vert" idx="1"/>
          </p:nvPr>
        </p:nvSpPr>
        <p:spPr>
          <a:xfrm>
            <a:off x="914400" y="914400"/>
            <a:ext cx="9169200" cy="5029200"/>
          </a:xfrm>
        </p:spPr>
        <p:txBody>
          <a:bodyPr vert="eaVert" lIns="46800" tIns="46800" rIns="46800" bIns="46800"/>
          <a:lstStyle>
            <a:lvl1pPr marL="228600" indent="-228600" eaLnBrk="true" fontAlgn="auto" latinLnBrk="false" hangingPunct="true">
              <a:lnSpc>
                <a:spcPct val="130000"/>
              </a:lnSpc>
              <a:spcAft>
                <a:spcPts val="1000"/>
              </a:spcAft>
              <a:buFont typeface="Arial" panose="020B0604020202020204" pitchFamily="34" charset="0"/>
              <a:buChar char="●"/>
              <a:defRPr u="none" strike="noStrike" kern="1200" cap="none" spc="150" normalizeH="false" baseline="0">
                <a:solidFill>
                  <a:schemeClr val="tx1">
                    <a:lumMod val="65000"/>
                    <a:lumOff val="35000"/>
                  </a:schemeClr>
                </a:solidFill>
                <a:uFillTx/>
              </a:defRPr>
            </a:lvl1pPr>
            <a:lvl2pPr marL="685800" indent="-228600" defTabSz="914400" eaLnBrk="true" fontAlgn="auto" latinLnBrk="false" hangingPunct="true">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false" baseline="0">
                <a:solidFill>
                  <a:schemeClr val="tx1">
                    <a:lumMod val="65000"/>
                    <a:lumOff val="35000"/>
                  </a:schemeClr>
                </a:solidFill>
                <a:uFillTx/>
              </a:defRPr>
            </a:lvl2pPr>
            <a:lvl3pPr marL="1143000" indent="-228600" eaLnBrk="true" fontAlgn="auto" latinLnBrk="false" hangingPunct="true">
              <a:lnSpc>
                <a:spcPct val="120000"/>
              </a:lnSpc>
              <a:spcAft>
                <a:spcPts val="600"/>
              </a:spcAft>
              <a:buFont typeface="Arial" panose="020B0604020202020204" pitchFamily="34" charset="0"/>
              <a:buChar char="●"/>
              <a:defRPr u="none" strike="noStrike" kern="1200" cap="none" spc="150" normalizeH="false" baseline="0">
                <a:solidFill>
                  <a:schemeClr val="tx1">
                    <a:lumMod val="65000"/>
                    <a:lumOff val="35000"/>
                  </a:schemeClr>
                </a:solidFill>
                <a:uFillTx/>
              </a:defRPr>
            </a:lvl3pPr>
            <a:lvl4pPr marL="1600200" indent="-228600" eaLnBrk="true" fontAlgn="auto" latinLnBrk="false" hangingPunct="true">
              <a:lnSpc>
                <a:spcPct val="120000"/>
              </a:lnSpc>
              <a:spcAft>
                <a:spcPts val="300"/>
              </a:spcAft>
              <a:buFont typeface="Wingdings" panose="05000000000000000000" charset="0"/>
              <a:buChar char=""/>
              <a:defRPr u="none" strike="noStrike" kern="1200" cap="none" spc="150" normalizeH="false" baseline="0">
                <a:solidFill>
                  <a:schemeClr val="tx1">
                    <a:lumMod val="65000"/>
                    <a:lumOff val="35000"/>
                  </a:schemeClr>
                </a:solidFill>
                <a:uFillTx/>
              </a:defRPr>
            </a:lvl4pPr>
            <a:lvl5pPr marL="2057400" indent="-228600" eaLnBrk="true" fontAlgn="auto" latinLnBrk="false" hangingPunct="true">
              <a:lnSpc>
                <a:spcPct val="120000"/>
              </a:lnSpc>
              <a:spcAft>
                <a:spcPts val="300"/>
              </a:spcAft>
              <a:buFont typeface="Arial" panose="020B0604020202020204" pitchFamily="34" charset="0"/>
              <a:buChar char="•"/>
              <a:defRPr u="none" strike="noStrike" kern="1200" cap="none" spc="150" normalizeH="false" baseline="0">
                <a:solidFill>
                  <a:schemeClr val="tx1">
                    <a:lumMod val="65000"/>
                    <a:lumOff val="35000"/>
                  </a:schemeClr>
                </a:solidFill>
                <a:uFillTx/>
              </a:defRPr>
            </a:lvl5pPr>
          </a:lstStyle>
          <a:p>
            <a:pPr lvl="0"/>
            <a:r>
              <a:rPr lang="zh-CN" altLang="en-US" dirty="false"/>
              <a:t>单击此处编辑母版文本样式</a:t>
            </a:r>
            <a:endParaRPr/>
          </a:p>
          <a:p>
            <a:pPr lvl="1"/>
            <a:r>
              <a:rPr lang="zh-CN" altLang="en-US" dirty="false"/>
              <a:t>第二级</a:t>
            </a:r>
            <a:endParaRPr/>
          </a:p>
          <a:p>
            <a:pPr lvl="2"/>
            <a:r>
              <a:rPr lang="zh-CN" altLang="en-US" dirty="false"/>
              <a:t>第三级</a:t>
            </a:r>
            <a:endParaRPr/>
          </a:p>
          <a:p>
            <a:pPr lvl="3"/>
            <a:r>
              <a:rPr lang="zh-CN" altLang="en-US" dirty="false"/>
              <a:t>第四级</a:t>
            </a:r>
            <a:endParaRPr/>
          </a:p>
          <a:p>
            <a:pPr lvl="4"/>
            <a:r>
              <a:rPr lang="zh-CN" altLang="en-US" dirty="false"/>
              <a:t>第五级</a:t>
            </a:r>
            <a:endParaRPr/>
          </a:p>
        </p:txBody>
      </p:sp>
      <p:sp>
        <p:nvSpPr>
          <p:cNvPr id="54" name="日期占位符 3"/>
          <p:cNvSpPr>
            <a:spLocks noGrp="true"/>
          </p:cNvSpPr>
          <p:nvPr>
            <p:ph type="dt" sz="half" idx="10"/>
          </p:nvPr>
        </p:nvSpPr>
        <p:spPr/>
        <p:txBody>
          <a:bodyPr/>
          <a:lstStyle/>
          <a:p>
            <a:pPr/>
            <a:fld id="{760FBDFE-C587-4B4C-A407-44438C67B59E}" type="datetimeFigureOut">
              <a:rPr lang="zh-CN" altLang="en-US" smtClean="false"/>
              <a:t>2022/1/5</a:t>
            </a:fld>
            <a:endParaRPr lang="zh-CN" altLang="en-US"/>
          </a:p>
        </p:txBody>
      </p:sp>
      <p:sp>
        <p:nvSpPr>
          <p:cNvPr id="55" name="页脚占位符 4"/>
          <p:cNvSpPr>
            <a:spLocks noGrp="true"/>
          </p:cNvSpPr>
          <p:nvPr>
            <p:ph type="ftr" sz="quarter" idx="11"/>
          </p:nvPr>
        </p:nvSpPr>
        <p:spPr/>
        <p:txBody>
          <a:bodyPr/>
          <a:lstStyle/>
          <a:p>
            <a:pPr/>
            <a:endParaRPr lang="zh-CN" altLang="en-US"/>
          </a:p>
        </p:txBody>
      </p:sp>
      <p:sp>
        <p:nvSpPr>
          <p:cNvPr id="56" name="灯片编号占位符 5"/>
          <p:cNvSpPr>
            <a:spLocks noGrp="true"/>
          </p:cNvSpPr>
          <p:nvPr>
            <p:ph type="sldNum" sz="quarter" idx="12"/>
          </p:nvPr>
        </p:nvSpPr>
        <p:spPr/>
        <p:txBody>
          <a:bodyPr/>
          <a:lstStyle/>
          <a:p>
            <a:pPr/>
            <a:fld id="{49AE70B2-8BF9-45C0-BB95-33D1B9D3A854}" type="slidenum">
              <a:rPr lang="zh-CN" altLang="en-US" smtClean="false"/>
              <a:t>‹#›</a:t>
            </a:fld>
            <a:endParaRPr lang="zh-CN" altLang="en-US"/>
          </a:p>
        </p:txBody>
      </p:sp>
    </p:spTree>
  </p:cSld>
  <p:clrMapOvr>
    <a:masterClrMapping/>
  </p:clrMapOvr>
</p:sldLayout>
</file>

<file path=ppt/slideLayouts/slideLayout10.xml><?xml version="1.0" encoding="utf-8"?>
<p:sldLayout xmlns:a="http://schemas.openxmlformats.org/drawingml/2006/main" xmlns:p="http://schemas.openxmlformats.org/presentationml/2006/main">
  <p:cSld name="内容">
    <p:bg>
      <p:bgPr>
        <a:solidFill>
          <a:srgbClr val="FFFFFF"/>
        </a:solidFill>
        <a:effectLst/>
      </p:bgPr>
    </p:bg>
    <p:spTree>
      <p:nvGrpSpPr>
        <p:cNvPr id="57" name=""/>
        <p:cNvGrpSpPr/>
        <p:nvPr/>
      </p:nvGrpSpPr>
      <p:grpSpPr>
        <a:xfrm>
          <a:off x="0" y="0"/>
          <a:ext cx="0" cy="0"/>
          <a:chOff x="0" y="0"/>
          <a:chExt cx="0" cy="0"/>
        </a:xfrm>
      </p:grpSpPr>
      <p:sp>
        <p:nvSpPr>
          <p:cNvPr id="58" name="日期占位符 2"/>
          <p:cNvSpPr>
            <a:spLocks noGrp="true"/>
          </p:cNvSpPr>
          <p:nvPr>
            <p:ph type="dt" sz="half" idx="10"/>
          </p:nvPr>
        </p:nvSpPr>
        <p:spPr/>
        <p:txBody>
          <a:bodyPr/>
          <a:lstStyle/>
          <a:p>
            <a:pPr/>
            <a:fld id="{760FBDFE-C587-4B4C-A407-44438C67B59E}" type="datetimeFigureOut">
              <a:rPr lang="zh-CN" altLang="en-US" smtClean="false"/>
              <a:t>2022/1/5</a:t>
            </a:fld>
            <a:endParaRPr lang="zh-CN" altLang="en-US"/>
          </a:p>
        </p:txBody>
      </p:sp>
      <p:sp>
        <p:nvSpPr>
          <p:cNvPr id="59" name="页脚占位符 3"/>
          <p:cNvSpPr>
            <a:spLocks noGrp="true"/>
          </p:cNvSpPr>
          <p:nvPr>
            <p:ph type="ftr" sz="quarter" idx="11"/>
          </p:nvPr>
        </p:nvSpPr>
        <p:spPr/>
        <p:txBody>
          <a:bodyPr/>
          <a:lstStyle/>
          <a:p>
            <a:pPr/>
            <a:endParaRPr lang="zh-CN" altLang="en-US"/>
          </a:p>
        </p:txBody>
      </p:sp>
      <p:sp>
        <p:nvSpPr>
          <p:cNvPr id="60" name="灯片编号占位符 4"/>
          <p:cNvSpPr>
            <a:spLocks noGrp="true"/>
          </p:cNvSpPr>
          <p:nvPr>
            <p:ph type="sldNum" sz="quarter" idx="12"/>
          </p:nvPr>
        </p:nvSpPr>
        <p:spPr/>
        <p:txBody>
          <a:bodyPr/>
          <a:lstStyle/>
          <a:p>
            <a:pPr/>
            <a:fld id="{49AE70B2-8BF9-45C0-BB95-33D1B9D3A854}" type="slidenum">
              <a:rPr lang="zh-CN" altLang="en-US" smtClean="false"/>
              <a:t>‹#›</a:t>
            </a:fld>
            <a:endParaRPr lang="zh-CN" altLang="en-US"/>
          </a:p>
        </p:txBody>
      </p:sp>
      <p:sp>
        <p:nvSpPr>
          <p:cNvPr id="61" name="内容占位符 6"/>
          <p:cNvSpPr>
            <a:spLocks noGrp="true"/>
          </p:cNvSpPr>
          <p:nvPr>
            <p:ph sz="quarter" idx="13"/>
          </p:nvPr>
        </p:nvSpPr>
        <p:spPr>
          <a:xfrm>
            <a:off x="608400" y="774000"/>
            <a:ext cx="10972800" cy="5482800"/>
          </a:xfrm>
        </p:spPr>
        <p:txBody>
          <a:bodyPr/>
          <a:lstStyle>
            <a:lvl1pPr marL="228600" indent="-228600" eaLnBrk="true" fontAlgn="auto" latinLnBrk="false" hangingPunct="true">
              <a:lnSpc>
                <a:spcPct val="130000"/>
              </a:lnSpc>
              <a:buFont typeface="Arial" panose="020B0604020202020204" pitchFamily="34" charset="0"/>
              <a:buChar char="●"/>
              <a:defRPr u="none" strike="noStrike" kern="1200" cap="none" spc="150" normalizeH="false" baseline="0">
                <a:solidFill>
                  <a:schemeClr val="tx1">
                    <a:lumMod val="65000"/>
                    <a:lumOff val="35000"/>
                  </a:schemeClr>
                </a:solidFill>
                <a:uFillTx/>
              </a:defRPr>
            </a:lvl1pPr>
            <a:lvl2pPr marL="685800" indent="-228600" defTabSz="914400" eaLnBrk="true" fontAlgn="auto" latinLnBrk="false" hangingPunct="true">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false" baseline="0">
                <a:solidFill>
                  <a:schemeClr val="tx1">
                    <a:lumMod val="65000"/>
                    <a:lumOff val="35000"/>
                  </a:schemeClr>
                </a:solidFill>
                <a:uFillTx/>
              </a:defRPr>
            </a:lvl2pPr>
            <a:lvl3pPr marL="1143000" indent="-228600" eaLnBrk="true" fontAlgn="auto" latinLnBrk="false" hangingPunct="true">
              <a:lnSpc>
                <a:spcPct val="120000"/>
              </a:lnSpc>
              <a:buFont typeface="Arial" panose="020B0604020202020204" pitchFamily="34" charset="0"/>
              <a:buChar char="●"/>
              <a:defRPr u="none" strike="noStrike" kern="1200" cap="none" spc="150" normalizeH="false" baseline="0">
                <a:solidFill>
                  <a:schemeClr val="tx1">
                    <a:lumMod val="65000"/>
                    <a:lumOff val="35000"/>
                  </a:schemeClr>
                </a:solidFill>
                <a:uFillTx/>
              </a:defRPr>
            </a:lvl3pPr>
            <a:lvl4pPr marL="1600200" indent="-228600" eaLnBrk="true" fontAlgn="auto" latinLnBrk="false" hangingPunct="true">
              <a:lnSpc>
                <a:spcPct val="120000"/>
              </a:lnSpc>
              <a:buFont typeface="Wingdings" panose="05000000000000000000" charset="0"/>
              <a:buChar char=""/>
              <a:defRPr u="none" strike="noStrike" kern="1200" cap="none" spc="150" normalizeH="false" baseline="0">
                <a:solidFill>
                  <a:schemeClr val="tx1">
                    <a:lumMod val="65000"/>
                    <a:lumOff val="35000"/>
                  </a:schemeClr>
                </a:solidFill>
                <a:uFillTx/>
              </a:defRPr>
            </a:lvl4pPr>
            <a:lvl5pPr marL="2057400" indent="-228600" eaLnBrk="true" fontAlgn="auto" latinLnBrk="false" hangingPunct="true">
              <a:lnSpc>
                <a:spcPct val="120000"/>
              </a:lnSpc>
              <a:buFont typeface="Arial" panose="020B0604020202020204" pitchFamily="34" charset="0"/>
              <a:buChar char="•"/>
              <a:defRPr u="none" strike="noStrike" kern="1200" cap="none" spc="150" normalizeH="false" baseline="0">
                <a:solidFill>
                  <a:schemeClr val="tx1">
                    <a:lumMod val="65000"/>
                    <a:lumOff val="35000"/>
                  </a:schemeClr>
                </a:solidFill>
                <a:uFillTx/>
              </a:defRPr>
            </a:lvl5pPr>
          </a:lstStyle>
          <a:p>
            <a:pPr lvl="0"/>
            <a:r>
              <a:rPr lang="zh-CN" altLang="en-US" dirty="false"/>
              <a:t>单击此处编辑母版文本样式</a:t>
            </a:r>
            <a:endParaRPr/>
          </a:p>
          <a:p>
            <a:pPr lvl="1"/>
            <a:r>
              <a:rPr lang="zh-CN" altLang="en-US" dirty="false"/>
              <a:t>第二级</a:t>
            </a:r>
            <a:endParaRPr/>
          </a:p>
          <a:p>
            <a:pPr lvl="2"/>
            <a:r>
              <a:rPr lang="zh-CN" altLang="en-US" dirty="false"/>
              <a:t>第三级</a:t>
            </a:r>
            <a:endParaRPr/>
          </a:p>
          <a:p>
            <a:pPr lvl="3"/>
            <a:r>
              <a:rPr lang="zh-CN" altLang="en-US" dirty="false"/>
              <a:t>第四级</a:t>
            </a:r>
            <a:endParaRPr/>
          </a:p>
          <a:p>
            <a:pPr lvl="4"/>
            <a:r>
              <a:rPr lang="zh-CN" altLang="en-US" dirty="false"/>
              <a:t>第五级</a:t>
            </a:r>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p:cSld name="末尾幻灯片">
    <p:bg>
      <p:bgPr>
        <a:solidFill>
          <a:srgbClr val="FFFFFF"/>
        </a:solidFill>
        <a:effectLst/>
      </p:bgPr>
    </p:bg>
    <p:spTree>
      <p:nvGrpSpPr>
        <p:cNvPr id="8" name=""/>
        <p:cNvGrpSpPr/>
        <p:nvPr/>
      </p:nvGrpSpPr>
      <p:grpSpPr>
        <a:xfrm>
          <a:off x="0" y="0"/>
          <a:ext cx="0" cy="0"/>
          <a:chOff x="0" y="0"/>
          <a:chExt cx="0" cy="0"/>
        </a:xfrm>
      </p:grpSpPr>
      <p:sp>
        <p:nvSpPr>
          <p:cNvPr id="9" name="日期占位符 2"/>
          <p:cNvSpPr>
            <a:spLocks noGrp="true"/>
          </p:cNvSpPr>
          <p:nvPr>
            <p:ph type="dt" sz="half" idx="10"/>
          </p:nvPr>
        </p:nvSpPr>
        <p:spPr/>
        <p:txBody>
          <a:bodyPr/>
          <a:lstStyle/>
          <a:p>
            <a:pPr/>
            <a:fld id="{760FBDFE-C587-4B4C-A407-44438C67B59E}" type="datetimeFigureOut">
              <a:rPr lang="zh-CN" altLang="en-US" smtClean="false"/>
              <a:t>2022/1/5</a:t>
            </a:fld>
            <a:endParaRPr lang="zh-CN" altLang="en-US"/>
          </a:p>
        </p:txBody>
      </p:sp>
      <p:sp>
        <p:nvSpPr>
          <p:cNvPr id="10" name="页脚占位符 3"/>
          <p:cNvSpPr>
            <a:spLocks noGrp="true"/>
          </p:cNvSpPr>
          <p:nvPr>
            <p:ph type="ftr" sz="quarter" idx="11"/>
          </p:nvPr>
        </p:nvSpPr>
        <p:spPr/>
        <p:txBody>
          <a:bodyPr/>
          <a:lstStyle/>
          <a:p>
            <a:pPr/>
            <a:endParaRPr lang="zh-CN" altLang="en-US"/>
          </a:p>
        </p:txBody>
      </p:sp>
      <p:sp>
        <p:nvSpPr>
          <p:cNvPr id="11" name="灯片编号占位符 4"/>
          <p:cNvSpPr>
            <a:spLocks noGrp="true"/>
          </p:cNvSpPr>
          <p:nvPr>
            <p:ph type="sldNum" sz="quarter" idx="12"/>
          </p:nvPr>
        </p:nvSpPr>
        <p:spPr/>
        <p:txBody>
          <a:bodyPr/>
          <a:lstStyle/>
          <a:p>
            <a:pPr/>
            <a:fld id="{49AE70B2-8BF9-45C0-BB95-33D1B9D3A854}" type="slidenum">
              <a:rPr lang="zh-CN" altLang="en-US" smtClean="false"/>
              <a:t>‹#›</a:t>
            </a:fld>
            <a:endParaRPr lang="zh-CN" altLang="en-US"/>
          </a:p>
        </p:txBody>
      </p:sp>
      <p:sp>
        <p:nvSpPr>
          <p:cNvPr id="12" name="标题 1"/>
          <p:cNvSpPr>
            <a:spLocks noGrp="true"/>
          </p:cNvSpPr>
          <p:nvPr>
            <p:ph type="title" hasCustomPrompt="true"/>
          </p:nvPr>
        </p:nvSpPr>
        <p:spPr>
          <a:xfrm>
            <a:off x="1198800" y="2484000"/>
            <a:ext cx="9799200" cy="1018800"/>
          </a:xfrm>
        </p:spPr>
        <p:txBody>
          <a:bodyPr vert="horz" lIns="90000" tIns="46800" rIns="90000" bIns="46800" rtlCol="false" anchor="t" anchorCtr="false">
            <a:normAutofit/>
          </a:bodyPr>
          <a:lstStyle>
            <a:lvl1pPr marL="0" marR="0" algn="ctr" defTabSz="914400" rtl="false" eaLnBrk="true" fontAlgn="auto" latinLnBrk="false" hangingPunct="true">
              <a:lnSpc>
                <a:spcPct val="100000"/>
              </a:lnSpc>
              <a:buNone/>
              <a:defRPr kumimoji="false" lang="zh-CN" altLang="en-US" sz="6000" b="true" i="false" u="none" strike="noStrike" kern="1200" cap="none" spc="300" normalizeH="false" baseline="0" noProof="true" dirty="false">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p>
        </p:txBody>
      </p:sp>
      <p:sp>
        <p:nvSpPr>
          <p:cNvPr id="13" name="文本占位符 6"/>
          <p:cNvSpPr>
            <a:spLocks noGrp="true"/>
          </p:cNvSpPr>
          <p:nvPr>
            <p:ph type="body" sz="quarter" idx="13"/>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false"/>
              <a:t>单击此处编辑母版文本样式</a:t>
            </a:r>
            <a:endParaRPr/>
          </a:p>
        </p:txBody>
      </p:sp>
    </p:spTree>
  </p:cSld>
  <p:clrMapOvr>
    <a:masterClrMapping/>
  </p:clrMapOvr>
</p:sldLayout>
</file>

<file path=ppt/slideLayouts/slideLayout12.xml><?xml version="1.0" encoding="utf-8"?>
<p:sldLayout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p159">
  <p:cSld name="封面">
    <p:bg>
      <p:bgPr>
        <a:blipFill dpi="0" rotWithShape="true">
          <a:blip r:embed="rId1">
            <a:alphaModFix amt="14000"/>
            <a:lum/>
          </a:blip>
          <a:srcRect/>
          <a:stretch>
            <a:fillRect l="-9000" r="-9000"/>
          </a:stretch>
        </a:blipFill>
        <a:effectLst/>
      </p:bgPr>
    </p:bg>
    <p:spTree>
      <p:nvGrpSpPr>
        <p:cNvPr id="62" name=""/>
        <p:cNvGrpSpPr/>
        <p:nvPr/>
      </p:nvGrpSpPr>
      <p:grpSpPr>
        <a:xfrm>
          <a:off x="0" y="0"/>
          <a:ext cx="0" cy="0"/>
          <a:chOff x="0" y="0"/>
          <a:chExt cx="0" cy="0"/>
        </a:xfrm>
      </p:grpSpPr>
      <p:sp>
        <p:nvSpPr>
          <p:cNvPr id="63" name="任意多边形: 形状 52"/>
          <p:cNvSpPr/>
          <p:nvPr userDrawn="true"/>
        </p:nvSpPr>
        <p:spPr>
          <a:xfrm flipH="true">
            <a:off x="-843" y="610947"/>
            <a:ext cx="10910940" cy="5773943"/>
          </a:xfrm>
          <a:custGeom>
            <a:avLst/>
            <a:gdLst>
              <a:gd name="connsiteX0" fmla="*/ 10979546 w 10979546"/>
              <a:gd name="connsiteY0" fmla="*/ 0 h 5553797"/>
              <a:gd name="connsiteX1" fmla="*/ 20163 w 10979546"/>
              <a:gd name="connsiteY1" fmla="*/ 0 h 5553797"/>
              <a:gd name="connsiteX2" fmla="*/ 3044826 w 10979546"/>
              <a:gd name="connsiteY2" fmla="*/ 2767674 h 5553797"/>
              <a:gd name="connsiteX3" fmla="*/ 0 w 10979546"/>
              <a:gd name="connsiteY3" fmla="*/ 5553797 h 5553797"/>
              <a:gd name="connsiteX4" fmla="*/ 10979546 w 10979546"/>
              <a:gd name="connsiteY4" fmla="*/ 5553797 h 5553797"/>
              <a:gd name="connsiteX5" fmla="*/ 10979546 w 10979546"/>
              <a:gd name="connsiteY5" fmla="*/ 0 h 555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79546" h="5553797">
                <a:moveTo>
                  <a:pt x="10979546" y="0"/>
                </a:moveTo>
                <a:lnTo>
                  <a:pt x="20163" y="0"/>
                </a:lnTo>
                <a:lnTo>
                  <a:pt x="3044826" y="2767674"/>
                </a:lnTo>
                <a:lnTo>
                  <a:pt x="0" y="5553797"/>
                </a:lnTo>
                <a:lnTo>
                  <a:pt x="10979546" y="5553797"/>
                </a:lnTo>
                <a:lnTo>
                  <a:pt x="10979546" y="0"/>
                </a:lnTo>
                <a:close/>
              </a:path>
            </a:pathLst>
          </a:cu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pic>
        <p:nvPicPr>
          <p:cNvPr id="64" name="!!南京大学"/>
          <p:cNvPicPr>
            <a:picLocks noChangeAspect="true"/>
          </p:cNvPicPr>
          <p:nvPr userDrawn="true"/>
        </p:nvPicPr>
        <p:blipFill>
          <a:blip r:embed="rId2">
            <a:extLst>
              <a:ext uri="{28A0092B-C50C-407E-A947-70E740481C1C}"/>
            </a:extLst>
          </a:blip>
          <a:stretch>
            <a:fillRect/>
          </a:stretch>
        </p:blipFill>
        <p:spPr>
          <a:xfrm>
            <a:off x="689621" y="1037953"/>
            <a:ext cx="1776838" cy="861855"/>
          </a:xfrm>
          <a:prstGeom prst="rect">
            <a:avLst/>
          </a:prstGeom>
        </p:spPr>
      </p:pic>
      <p:sp>
        <p:nvSpPr>
          <p:cNvPr id="65" name="标题 6"/>
          <p:cNvSpPr>
            <a:spLocks noGrp="true"/>
          </p:cNvSpPr>
          <p:nvPr>
            <p:ph type="title" hasCustomPrompt="true"/>
          </p:nvPr>
        </p:nvSpPr>
        <p:spPr>
          <a:xfrm>
            <a:off x="891684" y="2501659"/>
            <a:ext cx="6209055" cy="1015324"/>
          </a:xfrm>
          <a:prstGeom prst="rect">
            <a:avLst/>
          </a:prstGeom>
        </p:spPr>
        <p:txBody>
          <a:bodyPr anchor="ctr">
            <a:noAutofit/>
          </a:bodyPr>
          <a:lstStyle>
            <a:lvl1pPr marL="0" algn="l" defTabSz="914400" rtl="false" eaLnBrk="true" latinLnBrk="false" hangingPunct="true">
              <a:defRPr lang="zh-CN" altLang="en-US" sz="5400" b="false" kern="1200" spc="600" dirty="false">
                <a:gradFill>
                  <a:gsLst>
                    <a:gs pos="0">
                      <a:srgbClr val="99097D"/>
                    </a:gs>
                    <a:gs pos="43000">
                      <a:srgbClr val="8C0062"/>
                    </a:gs>
                    <a:gs pos="100000">
                      <a:srgbClr val="9E008B"/>
                    </a:gs>
                  </a:gsLst>
                  <a:lin ang="3000000" scaled="false"/>
                </a:gradFill>
                <a:effectLst/>
                <a:latin typeface="思源黑体 CN Bold" panose="020B0800000000000000" pitchFamily="34" charset="-122"/>
                <a:ea typeface="思源黑体 CN Bold" panose="020B0800000000000000" pitchFamily="34" charset="-122"/>
                <a:cs typeface="+mn-cs"/>
              </a:defRPr>
            </a:lvl1pPr>
          </a:lstStyle>
          <a:p>
            <a:pPr/>
            <a:r>
              <a:rPr lang="zh-CN" altLang="en-US" dirty="false"/>
              <a:t>在这里填写标题</a:t>
            </a:r>
            <a:endParaRPr lang="zh-CN" altLang="en-US" dirty="false"/>
          </a:p>
        </p:txBody>
      </p:sp>
      <p:sp>
        <p:nvSpPr>
          <p:cNvPr id="66" name="文本占位符 11"/>
          <p:cNvSpPr>
            <a:spLocks noGrp="true"/>
          </p:cNvSpPr>
          <p:nvPr>
            <p:ph type="body" sz="quarter" idx="13" hasCustomPrompt="true"/>
          </p:nvPr>
        </p:nvSpPr>
        <p:spPr>
          <a:xfrm>
            <a:off x="891685" y="3558904"/>
            <a:ext cx="6342492" cy="424732"/>
          </a:xfrm>
          <a:prstGeom prst="rect">
            <a:avLst/>
          </a:prstGeom>
          <a:noFill/>
        </p:spPr>
        <p:txBody>
          <a:bodyPr wrap="square" rtlCol="false">
            <a:spAutoFit/>
          </a:bodyPr>
          <a:lstStyle>
            <a:lvl1pPr marL="0" indent="0" algn="l">
              <a:buNone/>
              <a:defRPr lang="zh-CN" altLang="en-US" sz="2400" spc="300" baseline="0" dirty="false">
                <a:solidFill>
                  <a:schemeClr val="tx1">
                    <a:lumMod val="50000"/>
                    <a:lumOff val="50000"/>
                  </a:schemeClr>
                </a:solidFill>
                <a:effectLst/>
              </a:defRPr>
            </a:lvl1pPr>
          </a:lstStyle>
          <a:p>
            <a:pPr marL="0" lvl="0" algn="dist"/>
            <a:r>
              <a:rPr lang="en-US" altLang="zh-CN" dirty="false"/>
              <a:t>TITLE OF PRESENTATION GOES HERE</a:t>
            </a:r>
            <a:endParaRPr lang="zh-CN" altLang="en-US" dirty="false"/>
          </a:p>
        </p:txBody>
      </p:sp>
      <p:sp>
        <p:nvSpPr>
          <p:cNvPr id="67" name="文本占位符 11"/>
          <p:cNvSpPr>
            <a:spLocks noGrp="true"/>
          </p:cNvSpPr>
          <p:nvPr>
            <p:ph type="body" sz="quarter" idx="14" hasCustomPrompt="true"/>
          </p:nvPr>
        </p:nvSpPr>
        <p:spPr>
          <a:xfrm>
            <a:off x="960870" y="4567178"/>
            <a:ext cx="2764378" cy="313932"/>
          </a:xfrm>
          <a:prstGeom prst="rect">
            <a:avLst/>
          </a:prstGeom>
          <a:noFill/>
        </p:spPr>
        <p:txBody>
          <a:bodyPr wrap="square" rtlCol="false">
            <a:spAutoFit/>
          </a:bodyPr>
          <a:lstStyle>
            <a:lvl1pPr marL="0" indent="0" algn="dist">
              <a:buNone/>
              <a:defRPr lang="zh-CN" altLang="en-US" sz="1600" dirty="false">
                <a:solidFill>
                  <a:schemeClr val="tx1">
                    <a:lumMod val="50000"/>
                    <a:lumOff val="50000"/>
                  </a:schemeClr>
                </a:solidFill>
                <a:effectLst/>
                <a:latin typeface="思源黑体 CN Normal" panose="020B0400000000000000" pitchFamily="34" charset="-122"/>
                <a:ea typeface="思源黑体 CN Normal" panose="020B0400000000000000" pitchFamily="34" charset="-122"/>
              </a:defRPr>
            </a:lvl1pPr>
          </a:lstStyle>
          <a:p>
            <a:pPr marL="0" lvl="0" algn="dist"/>
            <a:r>
              <a:rPr lang="zh-CN" altLang="en-US" dirty="false"/>
              <a:t>南京大学</a:t>
            </a:r>
            <a:r>
              <a:rPr lang="en-US" altLang="zh-CN" dirty="false"/>
              <a:t>XX</a:t>
            </a:r>
            <a:r>
              <a:rPr lang="zh-CN" altLang="en-US" dirty="false"/>
              <a:t>学院 姓名</a:t>
            </a:r>
            <a:endParaRPr lang="zh-CN" altLang="en-US" dirty="false"/>
          </a:p>
        </p:txBody>
      </p:sp>
      <p:pic>
        <p:nvPicPr>
          <p:cNvPr id="68" name="图片 41" descr="图片包含 名片, 文字  描述已自动生成"/>
          <p:cNvPicPr>
            <a:picLocks noChangeAspect="true"/>
          </p:cNvPicPr>
          <p:nvPr userDrawn="true"/>
        </p:nvPicPr>
        <p:blipFill rotWithShape="true">
          <a:blip r:embed="rId3">
            <a:alphaModFix amt="35000"/>
            <a:extLst>
              <a:ext uri="{28A0092B-C50C-407E-A947-70E740481C1C}"/>
            </a:extLst>
          </a:blip>
          <a:srcRect l="3302" t="47518" r="13479" b="31213"/>
          <a:stretch>
            <a:fillRect/>
          </a:stretch>
        </p:blipFill>
        <p:spPr>
          <a:xfrm>
            <a:off x="-319278" y="6899714"/>
            <a:ext cx="13548360" cy="1922637"/>
          </a:xfrm>
          <a:prstGeom prst="rect">
            <a:avLst/>
          </a:prstGeom>
        </p:spPr>
      </p:pic>
      <p:sp>
        <p:nvSpPr>
          <p:cNvPr id="69" name="日期占位符 1050"/>
          <p:cNvSpPr txBox="true"/>
          <p:nvPr userDrawn="true"/>
        </p:nvSpPr>
        <p:spPr>
          <a:xfrm>
            <a:off x="973395" y="4921872"/>
            <a:ext cx="1542497" cy="365125"/>
          </a:xfrm>
          <a:prstGeom prst="rect">
            <a:avLst/>
          </a:prstGeom>
        </p:spPr>
        <p:txBody>
          <a:bodyPr vert="horz" lIns="91440" tIns="45720" rIns="91440" bIns="45720" rtlCol="false" anchor="ctr"/>
          <a:lstStyle>
            <a:defPPr>
              <a:defRPr lang="zh-CN"/>
            </a:defPPr>
            <a:lvl1pPr marL="0" algn="l" defTabSz="914400" rtl="false" eaLnBrk="true" latinLnBrk="false" hangingPunct="true">
              <a:defRPr sz="1200" kern="1200">
                <a:solidFill>
                  <a:schemeClr val="tx1">
                    <a:tint val="75000"/>
                  </a:schemeClr>
                </a:solidFill>
                <a:latin typeface="+mn-lt"/>
                <a:ea typeface="+mn-ea"/>
                <a:cs typeface="+mn-cs"/>
              </a:defRPr>
            </a:lvl1pPr>
            <a:lvl2pPr marL="457200" algn="l" defTabSz="914400" rtl="false" eaLnBrk="true" latinLnBrk="false" hangingPunct="true">
              <a:defRPr sz="1800" kern="1200">
                <a:solidFill>
                  <a:schemeClr val="tx1"/>
                </a:solidFill>
                <a:latin typeface="+mn-lt"/>
                <a:ea typeface="+mn-ea"/>
                <a:cs typeface="+mn-cs"/>
              </a:defRPr>
            </a:lvl2pPr>
            <a:lvl3pPr marL="914400" algn="l" defTabSz="914400" rtl="false" eaLnBrk="true" latinLnBrk="false" hangingPunct="true">
              <a:defRPr sz="1800" kern="1200">
                <a:solidFill>
                  <a:schemeClr val="tx1"/>
                </a:solidFill>
                <a:latin typeface="+mn-lt"/>
                <a:ea typeface="+mn-ea"/>
                <a:cs typeface="+mn-cs"/>
              </a:defRPr>
            </a:lvl3pPr>
            <a:lvl4pPr marL="1371600" algn="l" defTabSz="914400" rtl="false" eaLnBrk="true" latinLnBrk="false" hangingPunct="true">
              <a:defRPr sz="1800" kern="1200">
                <a:solidFill>
                  <a:schemeClr val="tx1"/>
                </a:solidFill>
                <a:latin typeface="+mn-lt"/>
                <a:ea typeface="+mn-ea"/>
                <a:cs typeface="+mn-cs"/>
              </a:defRPr>
            </a:lvl4pPr>
            <a:lvl5pPr marL="1828800" algn="l" defTabSz="914400" rtl="false" eaLnBrk="true" latinLnBrk="false" hangingPunct="true">
              <a:defRPr sz="1800" kern="1200">
                <a:solidFill>
                  <a:schemeClr val="tx1"/>
                </a:solidFill>
                <a:latin typeface="+mn-lt"/>
                <a:ea typeface="+mn-ea"/>
                <a:cs typeface="+mn-cs"/>
              </a:defRPr>
            </a:lvl5pPr>
            <a:lvl6pPr marL="2286000" algn="l" defTabSz="914400" rtl="false" eaLnBrk="true" latinLnBrk="false" hangingPunct="true">
              <a:defRPr sz="1800" kern="1200">
                <a:solidFill>
                  <a:schemeClr val="tx1"/>
                </a:solidFill>
                <a:latin typeface="+mn-lt"/>
                <a:ea typeface="+mn-ea"/>
                <a:cs typeface="+mn-cs"/>
              </a:defRPr>
            </a:lvl6pPr>
            <a:lvl7pPr marL="2743200" algn="l" defTabSz="914400" rtl="false" eaLnBrk="true" latinLnBrk="false" hangingPunct="true">
              <a:defRPr sz="1800" kern="1200">
                <a:solidFill>
                  <a:schemeClr val="tx1"/>
                </a:solidFill>
                <a:latin typeface="+mn-lt"/>
                <a:ea typeface="+mn-ea"/>
                <a:cs typeface="+mn-cs"/>
              </a:defRPr>
            </a:lvl7pPr>
            <a:lvl8pPr marL="3200400" algn="l" defTabSz="914400" rtl="false" eaLnBrk="true" latinLnBrk="false" hangingPunct="true">
              <a:defRPr sz="1800" kern="1200">
                <a:solidFill>
                  <a:schemeClr val="tx1"/>
                </a:solidFill>
                <a:latin typeface="+mn-lt"/>
                <a:ea typeface="+mn-ea"/>
                <a:cs typeface="+mn-cs"/>
              </a:defRPr>
            </a:lvl8pPr>
            <a:lvl9pPr marL="3657600" algn="l" defTabSz="914400" rtl="false" eaLnBrk="true" latinLnBrk="false" hangingPunct="true">
              <a:defRPr sz="1800" kern="1200">
                <a:solidFill>
                  <a:schemeClr val="tx1"/>
                </a:solidFill>
                <a:latin typeface="+mn-lt"/>
                <a:ea typeface="+mn-ea"/>
                <a:cs typeface="+mn-cs"/>
              </a:defRPr>
            </a:lvl9pPr>
          </a:lstStyle>
          <a:p>
            <a:pPr algn="dist"/>
            <a:fld id="{42D7D00D-E433-4875-A481-385606666357}" type="datetime2">
              <a:rPr/>
              <a:t/>
            </a:fld>
            <a:endParaRPr lang="zh-CN" altLang="en-US" b="false" dirty="false">
              <a:solidFill>
                <a:srgbClr val="850063"/>
              </a:solidFill>
              <a:latin typeface="思源黑体 CN Normal" panose="020B0400000000000000" pitchFamily="34" charset="-122"/>
              <a:ea typeface="思源黑体 CN Normal" panose="020B0400000000000000" pitchFamily="34" charset="-122"/>
            </a:endParaRPr>
          </a:p>
        </p:txBody>
      </p:sp>
      <p:grpSp>
        <p:nvGrpSpPr>
          <p:cNvPr id="70" name="组合 3"/>
          <p:cNvGrpSpPr/>
          <p:nvPr userDrawn="true"/>
        </p:nvGrpSpPr>
        <p:grpSpPr>
          <a:xfrm>
            <a:off x="973395" y="4192345"/>
            <a:ext cx="3501490" cy="170588"/>
            <a:chOff x="4399588" y="4016383"/>
            <a:chExt cx="3352852" cy="86344"/>
          </a:xfrm>
        </p:grpSpPr>
        <p:sp>
          <p:nvSpPr>
            <p:cNvPr id="71" name="矩形 24"/>
            <p:cNvSpPr/>
            <p:nvPr userDrawn="true"/>
          </p:nvSpPr>
          <p:spPr>
            <a:xfrm>
              <a:off x="4437740" y="4037958"/>
              <a:ext cx="3314700" cy="45719"/>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pic>
          <p:nvPicPr>
            <p:cNvPr id="72" name="图片 2"/>
            <p:cNvPicPr>
              <a:picLocks noChangeAspect="true"/>
            </p:cNvPicPr>
            <p:nvPr userDrawn="true"/>
          </p:nvPicPr>
          <p:blipFill>
            <a:blip r:embed="rId4"/>
            <a:stretch>
              <a:fillRect/>
            </a:stretch>
          </p:blipFill>
          <p:spPr>
            <a:xfrm>
              <a:off x="4399588" y="4016383"/>
              <a:ext cx="3315600" cy="86344"/>
            </a:xfrm>
            <a:prstGeom prst="rect">
              <a:avLst/>
            </a:prstGeom>
          </p:spPr>
        </p:pic>
      </p:grpSp>
      <p:sp>
        <p:nvSpPr>
          <p:cNvPr id="73" name="箭头: V 形 7"/>
          <p:cNvSpPr/>
          <p:nvPr userDrawn="true"/>
        </p:nvSpPr>
        <p:spPr>
          <a:xfrm flipH="true">
            <a:off x="8120914" y="654814"/>
            <a:ext cx="3287008" cy="5713776"/>
          </a:xfrm>
          <a:prstGeom prst="chevron">
            <a:avLst>
              <a:gd name="adj" fmla="val 9113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sp>
        <p:nvSpPr>
          <p:cNvPr id="74" name="任意多边形: 形状 57"/>
          <p:cNvSpPr/>
          <p:nvPr userDrawn="true"/>
        </p:nvSpPr>
        <p:spPr>
          <a:xfrm flipH="true">
            <a:off x="8839509" y="654061"/>
            <a:ext cx="3353334" cy="5773942"/>
          </a:xfrm>
          <a:custGeom>
            <a:avLst/>
            <a:gdLst>
              <a:gd name="connsiteX0" fmla="*/ 328671 w 3353334"/>
              <a:gd name="connsiteY0" fmla="*/ 0 h 5553796"/>
              <a:gd name="connsiteX1" fmla="*/ 0 w 3353334"/>
              <a:gd name="connsiteY1" fmla="*/ 0 h 5553796"/>
              <a:gd name="connsiteX2" fmla="*/ 0 w 3353334"/>
              <a:gd name="connsiteY2" fmla="*/ 323408 h 5553796"/>
              <a:gd name="connsiteX3" fmla="*/ 2711050 w 3353334"/>
              <a:gd name="connsiteY3" fmla="*/ 2804115 h 5553796"/>
              <a:gd name="connsiteX4" fmla="*/ 0 w 3353334"/>
              <a:gd name="connsiteY4" fmla="*/ 5284821 h 5553796"/>
              <a:gd name="connsiteX5" fmla="*/ 0 w 3353334"/>
              <a:gd name="connsiteY5" fmla="*/ 5553796 h 5553796"/>
              <a:gd name="connsiteX6" fmla="*/ 308508 w 3353334"/>
              <a:gd name="connsiteY6" fmla="*/ 5553796 h 5553796"/>
              <a:gd name="connsiteX7" fmla="*/ 3353334 w 3353334"/>
              <a:gd name="connsiteY7" fmla="*/ 2767674 h 5553796"/>
              <a:gd name="connsiteX8" fmla="*/ 328671 w 3353334"/>
              <a:gd name="connsiteY8" fmla="*/ 0 h 555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3334" h="5553796">
                <a:moveTo>
                  <a:pt x="328671" y="0"/>
                </a:moveTo>
                <a:lnTo>
                  <a:pt x="0" y="0"/>
                </a:lnTo>
                <a:lnTo>
                  <a:pt x="0" y="323408"/>
                </a:lnTo>
                <a:lnTo>
                  <a:pt x="2711050" y="2804115"/>
                </a:lnTo>
                <a:lnTo>
                  <a:pt x="0" y="5284821"/>
                </a:lnTo>
                <a:lnTo>
                  <a:pt x="0" y="5553796"/>
                </a:lnTo>
                <a:lnTo>
                  <a:pt x="308508" y="5553796"/>
                </a:lnTo>
                <a:lnTo>
                  <a:pt x="3353334" y="2767674"/>
                </a:lnTo>
                <a:lnTo>
                  <a:pt x="328671" y="0"/>
                </a:lnTo>
                <a:close/>
              </a:path>
            </a:pathLst>
          </a:custGeom>
          <a:solidFill>
            <a:srgbClr val="990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sp>
        <p:nvSpPr>
          <p:cNvPr id="75" name="任意多边形: 形状 51"/>
          <p:cNvSpPr/>
          <p:nvPr userDrawn="true"/>
        </p:nvSpPr>
        <p:spPr>
          <a:xfrm flipH="true">
            <a:off x="10064423" y="1526756"/>
            <a:ext cx="2127575" cy="4047951"/>
          </a:xfrm>
          <a:custGeom>
            <a:avLst/>
            <a:gdLst>
              <a:gd name="connsiteX0" fmla="*/ 0 w 2021800"/>
              <a:gd name="connsiteY0" fmla="*/ 0 h 3700037"/>
              <a:gd name="connsiteX1" fmla="*/ 0 w 2021800"/>
              <a:gd name="connsiteY1" fmla="*/ 3700037 h 3700037"/>
              <a:gd name="connsiteX2" fmla="*/ 2021800 w 2021800"/>
              <a:gd name="connsiteY2" fmla="*/ 1850019 h 3700037"/>
              <a:gd name="connsiteX3" fmla="*/ 0 w 2021800"/>
              <a:gd name="connsiteY3" fmla="*/ 0 h 3700037"/>
            </a:gdLst>
            <a:ahLst/>
            <a:cxnLst>
              <a:cxn ang="0">
                <a:pos x="connsiteX0" y="connsiteY0"/>
              </a:cxn>
              <a:cxn ang="0">
                <a:pos x="connsiteX1" y="connsiteY1"/>
              </a:cxn>
              <a:cxn ang="0">
                <a:pos x="connsiteX2" y="connsiteY2"/>
              </a:cxn>
              <a:cxn ang="0">
                <a:pos x="connsiteX3" y="connsiteY3"/>
              </a:cxn>
            </a:cxnLst>
            <a:rect l="l" t="t" r="r" b="b"/>
            <a:pathLst>
              <a:path w="2021800" h="3700037">
                <a:moveTo>
                  <a:pt x="0" y="0"/>
                </a:moveTo>
                <a:lnTo>
                  <a:pt x="0" y="3700037"/>
                </a:lnTo>
                <a:lnTo>
                  <a:pt x="2021800" y="1850019"/>
                </a:lnTo>
                <a:lnTo>
                  <a:pt x="0" y="0"/>
                </a:ln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grpSp>
        <p:nvGrpSpPr>
          <p:cNvPr id="76" name="组合 20"/>
          <p:cNvGrpSpPr/>
          <p:nvPr userDrawn="true"/>
        </p:nvGrpSpPr>
        <p:grpSpPr>
          <a:xfrm>
            <a:off x="10659351" y="3264062"/>
            <a:ext cx="1392692" cy="491924"/>
            <a:chOff x="714375" y="1419225"/>
            <a:chExt cx="11134427" cy="2133600"/>
          </a:xfrm>
        </p:grpSpPr>
        <p:cxnSp>
          <p:nvCxnSpPr>
            <p:cNvPr id="77" name="直接连接符 21"/>
            <p:cNvCxnSpPr/>
            <p:nvPr/>
          </p:nvCxnSpPr>
          <p:spPr>
            <a:xfrm flipH="true">
              <a:off x="3010201" y="3171825"/>
              <a:ext cx="275931" cy="371475"/>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直接连接符 27"/>
            <p:cNvCxnSpPr/>
            <p:nvPr/>
          </p:nvCxnSpPr>
          <p:spPr>
            <a:xfrm>
              <a:off x="9296402" y="3171225"/>
              <a:ext cx="266400" cy="38160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9" name="直接连接符 28"/>
            <p:cNvCxnSpPr/>
            <p:nvPr/>
          </p:nvCxnSpPr>
          <p:spPr>
            <a:xfrm>
              <a:off x="3276600" y="3171825"/>
              <a:ext cx="2305050" cy="0"/>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0" name="直接连接符 29"/>
            <p:cNvCxnSpPr/>
            <p:nvPr/>
          </p:nvCxnSpPr>
          <p:spPr>
            <a:xfrm>
              <a:off x="6991352" y="3171225"/>
              <a:ext cx="2305050"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1" name="直接连接符 30"/>
            <p:cNvCxnSpPr/>
            <p:nvPr/>
          </p:nvCxnSpPr>
          <p:spPr>
            <a:xfrm>
              <a:off x="5581650" y="2095500"/>
              <a:ext cx="0" cy="1114425"/>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2" name="直接连接符 31"/>
            <p:cNvCxnSpPr/>
            <p:nvPr/>
          </p:nvCxnSpPr>
          <p:spPr>
            <a:xfrm>
              <a:off x="6962777" y="2085975"/>
              <a:ext cx="0" cy="1114425"/>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直接连接符 32"/>
            <p:cNvCxnSpPr/>
            <p:nvPr/>
          </p:nvCxnSpPr>
          <p:spPr>
            <a:xfrm flipH="true">
              <a:off x="6962777" y="1752600"/>
              <a:ext cx="123823" cy="39945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4" name="直接连接符 33"/>
            <p:cNvCxnSpPr/>
            <p:nvPr/>
          </p:nvCxnSpPr>
          <p:spPr>
            <a:xfrm>
              <a:off x="5457828" y="1752600"/>
              <a:ext cx="123822" cy="39945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5" name="直接连接符 34"/>
            <p:cNvCxnSpPr/>
            <p:nvPr/>
          </p:nvCxnSpPr>
          <p:spPr>
            <a:xfrm>
              <a:off x="5457828" y="1752600"/>
              <a:ext cx="380997"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6" name="直接连接符 35"/>
            <p:cNvCxnSpPr/>
            <p:nvPr/>
          </p:nvCxnSpPr>
          <p:spPr>
            <a:xfrm>
              <a:off x="6734180" y="1752600"/>
              <a:ext cx="380997"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7" name="直接连接符 36"/>
            <p:cNvCxnSpPr/>
            <p:nvPr/>
          </p:nvCxnSpPr>
          <p:spPr>
            <a:xfrm flipV="true">
              <a:off x="5909620" y="1419228"/>
              <a:ext cx="386837" cy="333373"/>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8" name="直接连接符 37"/>
            <p:cNvCxnSpPr/>
            <p:nvPr/>
          </p:nvCxnSpPr>
          <p:spPr>
            <a:xfrm>
              <a:off x="6276544" y="1419225"/>
              <a:ext cx="429060" cy="333373"/>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9" name="直接连接符 38"/>
            <p:cNvCxnSpPr/>
            <p:nvPr/>
          </p:nvCxnSpPr>
          <p:spPr>
            <a:xfrm>
              <a:off x="714375" y="3542008"/>
              <a:ext cx="2305052" cy="0"/>
            </a:xfrm>
            <a:prstGeom prst="line">
              <a:avLst/>
            </a:prstGeom>
            <a:ln w="34925">
              <a:gradFill>
                <a:gsLst>
                  <a:gs pos="0">
                    <a:srgbClr val="850063"/>
                  </a:gs>
                  <a:gs pos="100000">
                    <a:srgbClr val="850063">
                      <a:alpha val="0"/>
                    </a:srgbClr>
                  </a:gs>
                </a:gsLst>
                <a:lin ang="10800000" scaled="false"/>
              </a:gradFill>
            </a:ln>
          </p:spPr>
          <p:style>
            <a:lnRef idx="1">
              <a:schemeClr val="accent1"/>
            </a:lnRef>
            <a:fillRef idx="0">
              <a:schemeClr val="accent1"/>
            </a:fillRef>
            <a:effectRef idx="0">
              <a:schemeClr val="accent1"/>
            </a:effectRef>
            <a:fontRef idx="minor">
              <a:schemeClr val="tx1"/>
            </a:fontRef>
          </p:style>
        </p:cxnSp>
        <p:cxnSp>
          <p:nvCxnSpPr>
            <p:cNvPr id="90" name="直接连接符 39"/>
            <p:cNvCxnSpPr/>
            <p:nvPr/>
          </p:nvCxnSpPr>
          <p:spPr>
            <a:xfrm>
              <a:off x="9543752" y="3543300"/>
              <a:ext cx="2305050" cy="0"/>
            </a:xfrm>
            <a:prstGeom prst="line">
              <a:avLst/>
            </a:prstGeom>
            <a:ln w="34925">
              <a:gradFill>
                <a:gsLst>
                  <a:gs pos="0">
                    <a:srgbClr val="850063"/>
                  </a:gs>
                  <a:gs pos="100000">
                    <a:srgbClr val="850063">
                      <a:alpha val="0"/>
                    </a:srgbClr>
                  </a:gs>
                </a:gsLst>
                <a:lin ang="0" scaled="false"/>
              </a:gradFill>
            </a:ln>
          </p:spPr>
          <p:style>
            <a:lnRef idx="1">
              <a:schemeClr val="accent1"/>
            </a:lnRef>
            <a:fillRef idx="0">
              <a:schemeClr val="accent1"/>
            </a:fillRef>
            <a:effectRef idx="0">
              <a:schemeClr val="accent1"/>
            </a:effectRef>
            <a:fontRef idx="minor">
              <a:schemeClr val="tx1"/>
            </a:fontRef>
          </p:style>
        </p:cxnSp>
      </p:grpSp>
      <p:sp>
        <p:nvSpPr>
          <p:cNvPr id="91" name="平行四边形 46"/>
          <p:cNvSpPr/>
          <p:nvPr userDrawn="true"/>
        </p:nvSpPr>
        <p:spPr>
          <a:xfrm>
            <a:off x="58550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92" name="平行四边形 69"/>
          <p:cNvSpPr/>
          <p:nvPr userDrawn="true"/>
        </p:nvSpPr>
        <p:spPr>
          <a:xfrm>
            <a:off x="105411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93" name="平行四边形 70"/>
          <p:cNvSpPr/>
          <p:nvPr userDrawn="true"/>
        </p:nvSpPr>
        <p:spPr>
          <a:xfrm>
            <a:off x="152272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94" name="平行四边形 71"/>
          <p:cNvSpPr/>
          <p:nvPr userDrawn="true"/>
        </p:nvSpPr>
        <p:spPr>
          <a:xfrm>
            <a:off x="199133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95" name="平行四边形 72"/>
          <p:cNvSpPr/>
          <p:nvPr userDrawn="true"/>
        </p:nvSpPr>
        <p:spPr>
          <a:xfrm>
            <a:off x="245994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96" name="平行四边形 73"/>
          <p:cNvSpPr/>
          <p:nvPr userDrawn="true"/>
        </p:nvSpPr>
        <p:spPr>
          <a:xfrm>
            <a:off x="292855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97" name="平行四边形 74"/>
          <p:cNvSpPr/>
          <p:nvPr userDrawn="true"/>
        </p:nvSpPr>
        <p:spPr>
          <a:xfrm>
            <a:off x="339716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98" name="平行四边形 75"/>
          <p:cNvSpPr/>
          <p:nvPr userDrawn="true"/>
        </p:nvSpPr>
        <p:spPr>
          <a:xfrm>
            <a:off x="386577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99" name="平行四边形 76"/>
          <p:cNvSpPr/>
          <p:nvPr userDrawn="true"/>
        </p:nvSpPr>
        <p:spPr>
          <a:xfrm>
            <a:off x="433438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0" name="平行四边形 77"/>
          <p:cNvSpPr/>
          <p:nvPr userDrawn="true"/>
        </p:nvSpPr>
        <p:spPr>
          <a:xfrm>
            <a:off x="480299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1" name="平行四边形 78"/>
          <p:cNvSpPr/>
          <p:nvPr userDrawn="true"/>
        </p:nvSpPr>
        <p:spPr>
          <a:xfrm>
            <a:off x="527160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2" name="平行四边形 79"/>
          <p:cNvSpPr/>
          <p:nvPr userDrawn="true"/>
        </p:nvSpPr>
        <p:spPr>
          <a:xfrm>
            <a:off x="574021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3" name="平行四边形 80"/>
          <p:cNvSpPr/>
          <p:nvPr userDrawn="true"/>
        </p:nvSpPr>
        <p:spPr>
          <a:xfrm>
            <a:off x="620882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4" name="平行四边形 81"/>
          <p:cNvSpPr/>
          <p:nvPr userDrawn="true"/>
        </p:nvSpPr>
        <p:spPr>
          <a:xfrm>
            <a:off x="667743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5" name="平行四边形 82"/>
          <p:cNvSpPr/>
          <p:nvPr userDrawn="true"/>
        </p:nvSpPr>
        <p:spPr>
          <a:xfrm>
            <a:off x="714604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6" name="平行四边形 83"/>
          <p:cNvSpPr/>
          <p:nvPr userDrawn="true"/>
        </p:nvSpPr>
        <p:spPr>
          <a:xfrm>
            <a:off x="761465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7" name="平行四边形 84"/>
          <p:cNvSpPr/>
          <p:nvPr userDrawn="true"/>
        </p:nvSpPr>
        <p:spPr>
          <a:xfrm>
            <a:off x="808326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8" name="平行四边形 85"/>
          <p:cNvSpPr/>
          <p:nvPr userDrawn="true"/>
        </p:nvSpPr>
        <p:spPr>
          <a:xfrm>
            <a:off x="855187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09" name="平行四边形 86"/>
          <p:cNvSpPr/>
          <p:nvPr userDrawn="true"/>
        </p:nvSpPr>
        <p:spPr>
          <a:xfrm>
            <a:off x="902048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0" name="平行四边形 87"/>
          <p:cNvSpPr/>
          <p:nvPr userDrawn="true"/>
        </p:nvSpPr>
        <p:spPr>
          <a:xfrm>
            <a:off x="9489090" y="-26083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1" name="平行四边形 88"/>
          <p:cNvSpPr/>
          <p:nvPr userDrawn="true"/>
        </p:nvSpPr>
        <p:spPr>
          <a:xfrm>
            <a:off x="9957700"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2" name="平行四边形 89"/>
          <p:cNvSpPr/>
          <p:nvPr userDrawn="true"/>
        </p:nvSpPr>
        <p:spPr>
          <a:xfrm>
            <a:off x="10426310" y="-260831"/>
            <a:ext cx="837869" cy="611238"/>
          </a:xfrm>
          <a:prstGeom prst="parallelogram">
            <a:avLst>
              <a:gd name="adj" fmla="val 103724"/>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3" name="平行四边形 90"/>
          <p:cNvSpPr/>
          <p:nvPr userDrawn="true"/>
        </p:nvSpPr>
        <p:spPr>
          <a:xfrm>
            <a:off x="10932244" y="-26083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4" name="平行四边形 93"/>
          <p:cNvSpPr/>
          <p:nvPr userDrawn="true"/>
        </p:nvSpPr>
        <p:spPr>
          <a:xfrm>
            <a:off x="-267918" y="-273051"/>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5" name="平行四边形 94"/>
          <p:cNvSpPr/>
          <p:nvPr userDrawn="true"/>
        </p:nvSpPr>
        <p:spPr>
          <a:xfrm>
            <a:off x="200692" y="-273051"/>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6" name="平行四边形 95"/>
          <p:cNvSpPr/>
          <p:nvPr userDrawn="true"/>
        </p:nvSpPr>
        <p:spPr>
          <a:xfrm>
            <a:off x="11122757" y="-52485"/>
            <a:ext cx="988980" cy="710588"/>
          </a:xfrm>
          <a:prstGeom prst="parallelogram">
            <a:avLst>
              <a:gd name="adj" fmla="val 98322"/>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7" name="平行四边形 96"/>
          <p:cNvSpPr/>
          <p:nvPr userDrawn="true"/>
        </p:nvSpPr>
        <p:spPr>
          <a:xfrm rot="10800000" flipH="true">
            <a:off x="36297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8" name="平行四边形 97"/>
          <p:cNvSpPr/>
          <p:nvPr userDrawn="true"/>
        </p:nvSpPr>
        <p:spPr>
          <a:xfrm rot="10800000" flipH="true">
            <a:off x="83158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19" name="平行四边形 98"/>
          <p:cNvSpPr/>
          <p:nvPr userDrawn="true"/>
        </p:nvSpPr>
        <p:spPr>
          <a:xfrm rot="10800000" flipH="true">
            <a:off x="130019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0" name="平行四边形 99"/>
          <p:cNvSpPr/>
          <p:nvPr userDrawn="true"/>
        </p:nvSpPr>
        <p:spPr>
          <a:xfrm rot="10800000" flipH="true">
            <a:off x="176880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1" name="平行四边形 100"/>
          <p:cNvSpPr/>
          <p:nvPr userDrawn="true"/>
        </p:nvSpPr>
        <p:spPr>
          <a:xfrm rot="10800000" flipH="true">
            <a:off x="223741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2" name="平行四边形 101"/>
          <p:cNvSpPr/>
          <p:nvPr userDrawn="true"/>
        </p:nvSpPr>
        <p:spPr>
          <a:xfrm rot="10800000" flipH="true">
            <a:off x="270602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3" name="平行四边形 102"/>
          <p:cNvSpPr/>
          <p:nvPr userDrawn="true"/>
        </p:nvSpPr>
        <p:spPr>
          <a:xfrm rot="10800000" flipH="true">
            <a:off x="317463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4" name="平行四边形 103"/>
          <p:cNvSpPr/>
          <p:nvPr userDrawn="true"/>
        </p:nvSpPr>
        <p:spPr>
          <a:xfrm rot="10800000" flipH="true">
            <a:off x="364324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5" name="平行四边形 104"/>
          <p:cNvSpPr/>
          <p:nvPr userDrawn="true"/>
        </p:nvSpPr>
        <p:spPr>
          <a:xfrm rot="10800000" flipH="true">
            <a:off x="411185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6" name="平行四边形 105"/>
          <p:cNvSpPr/>
          <p:nvPr userDrawn="true"/>
        </p:nvSpPr>
        <p:spPr>
          <a:xfrm rot="10800000" flipH="true">
            <a:off x="458046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7" name="平行四边形 106"/>
          <p:cNvSpPr/>
          <p:nvPr userDrawn="true"/>
        </p:nvSpPr>
        <p:spPr>
          <a:xfrm rot="10800000" flipH="true">
            <a:off x="504907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8" name="平行四边形 107"/>
          <p:cNvSpPr/>
          <p:nvPr userDrawn="true"/>
        </p:nvSpPr>
        <p:spPr>
          <a:xfrm rot="10800000" flipH="true">
            <a:off x="551768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29" name="平行四边形 108"/>
          <p:cNvSpPr/>
          <p:nvPr userDrawn="true"/>
        </p:nvSpPr>
        <p:spPr>
          <a:xfrm rot="10800000" flipH="true">
            <a:off x="598629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0" name="平行四边形 109"/>
          <p:cNvSpPr/>
          <p:nvPr userDrawn="true"/>
        </p:nvSpPr>
        <p:spPr>
          <a:xfrm rot="10800000" flipH="true">
            <a:off x="645490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1" name="平行四边形 110"/>
          <p:cNvSpPr/>
          <p:nvPr userDrawn="true"/>
        </p:nvSpPr>
        <p:spPr>
          <a:xfrm rot="10800000" flipH="true">
            <a:off x="692351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2" name="平行四边形 111"/>
          <p:cNvSpPr/>
          <p:nvPr userDrawn="true"/>
        </p:nvSpPr>
        <p:spPr>
          <a:xfrm rot="10800000" flipH="true">
            <a:off x="739212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3" name="平行四边形 112"/>
          <p:cNvSpPr/>
          <p:nvPr userDrawn="true"/>
        </p:nvSpPr>
        <p:spPr>
          <a:xfrm rot="10800000" flipH="true">
            <a:off x="786073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4" name="平行四边形 113"/>
          <p:cNvSpPr/>
          <p:nvPr userDrawn="true"/>
        </p:nvSpPr>
        <p:spPr>
          <a:xfrm rot="10800000" flipH="true">
            <a:off x="832934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5" name="平行四边形 114"/>
          <p:cNvSpPr/>
          <p:nvPr userDrawn="true"/>
        </p:nvSpPr>
        <p:spPr>
          <a:xfrm rot="10800000" flipH="true">
            <a:off x="879795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6" name="平行四边形 115"/>
          <p:cNvSpPr/>
          <p:nvPr userDrawn="true"/>
        </p:nvSpPr>
        <p:spPr>
          <a:xfrm rot="10800000" flipH="true">
            <a:off x="9266562" y="639192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7" name="平行四边形 116"/>
          <p:cNvSpPr/>
          <p:nvPr userDrawn="true"/>
        </p:nvSpPr>
        <p:spPr>
          <a:xfrm rot="10800000" flipH="true">
            <a:off x="9735172" y="639192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8" name="平行四边形 117"/>
          <p:cNvSpPr/>
          <p:nvPr userDrawn="true"/>
        </p:nvSpPr>
        <p:spPr>
          <a:xfrm rot="10800000" flipH="true">
            <a:off x="10203782" y="6391928"/>
            <a:ext cx="837869" cy="611238"/>
          </a:xfrm>
          <a:prstGeom prst="parallelogram">
            <a:avLst>
              <a:gd name="adj" fmla="val 103724"/>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39" name="平行四边形 118"/>
          <p:cNvSpPr/>
          <p:nvPr userDrawn="true"/>
        </p:nvSpPr>
        <p:spPr>
          <a:xfrm rot="10800000" flipH="true">
            <a:off x="10691956" y="6380516"/>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40" name="平行四边形 119"/>
          <p:cNvSpPr/>
          <p:nvPr userDrawn="true"/>
        </p:nvSpPr>
        <p:spPr>
          <a:xfrm rot="10800000" flipH="true">
            <a:off x="-490446" y="637970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41" name="平行四边形 120"/>
          <p:cNvSpPr/>
          <p:nvPr userDrawn="true"/>
        </p:nvSpPr>
        <p:spPr>
          <a:xfrm rot="10800000" flipH="true">
            <a:off x="-21836" y="637970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42" name="平行四边形 121"/>
          <p:cNvSpPr/>
          <p:nvPr userDrawn="true"/>
        </p:nvSpPr>
        <p:spPr>
          <a:xfrm rot="10800000" flipH="true">
            <a:off x="11122757" y="6362593"/>
            <a:ext cx="988980" cy="710588"/>
          </a:xfrm>
          <a:prstGeom prst="parallelogram">
            <a:avLst>
              <a:gd name="adj" fmla="val 98322"/>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43" name="平行四边形 122"/>
          <p:cNvSpPr/>
          <p:nvPr userDrawn="true"/>
        </p:nvSpPr>
        <p:spPr>
          <a:xfrm>
            <a:off x="11355067" y="-51407"/>
            <a:ext cx="1856102" cy="1224334"/>
          </a:xfrm>
          <a:prstGeom prst="parallelogram">
            <a:avLst>
              <a:gd name="adj" fmla="val 98322"/>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44" name="平行四边形 123"/>
          <p:cNvSpPr/>
          <p:nvPr userDrawn="true"/>
        </p:nvSpPr>
        <p:spPr>
          <a:xfrm flipH="true">
            <a:off x="11507273" y="6046418"/>
            <a:ext cx="1615788" cy="1059625"/>
          </a:xfrm>
          <a:prstGeom prst="parallelogram">
            <a:avLst>
              <a:gd name="adj" fmla="val 98322"/>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45" name="矩形 5"/>
          <p:cNvSpPr/>
          <p:nvPr userDrawn="true"/>
        </p:nvSpPr>
        <p:spPr>
          <a:xfrm>
            <a:off x="-3174" y="345225"/>
            <a:ext cx="10879187" cy="265426"/>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46" name="等腰三角形 8"/>
          <p:cNvSpPr/>
          <p:nvPr userDrawn="true"/>
        </p:nvSpPr>
        <p:spPr>
          <a:xfrm rot="5400000" flipH="true">
            <a:off x="10878985" y="342125"/>
            <a:ext cx="269445" cy="267605"/>
          </a:xfrm>
          <a:prstGeom prst="triangle">
            <a:avLst>
              <a:gd name="adj" fmla="val 100000"/>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Layout>
</file>

<file path=ppt/slideLayouts/slideLayout13.xml><?xml version="1.0" encoding="utf-8"?>
<p:sldLayout xmlns:a14="http://schemas.microsoft.com/office/drawing/2010/main" xmlns:p159="http://schemas.microsoft.com/office/powerpoint/2015/09/main"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a14 p159 asvg">
  <p:cSld name="目录">
    <p:bg>
      <p:bgPr>
        <a:blipFill dpi="0" rotWithShape="true">
          <a:blip r:embed="rId1">
            <a:lum bright="3000"/>
            <a:extLst>
              <a:ext uri="{96DAC541-7B7A-43D3-8B79-37D633B846F1}">
                <asvg:svgBlip r:embed="rId2"/>
              </a:ext>
            </a:extLst>
          </a:blip>
          <a:srcRect/>
          <a:stretch>
            <a:fillRect l="-162000" r="-162000"/>
          </a:stretch>
        </a:blipFill>
        <a:effectLst/>
      </p:bgPr>
    </p:bg>
    <p:spTree>
      <p:nvGrpSpPr>
        <p:cNvPr id="147" name=""/>
        <p:cNvGrpSpPr/>
        <p:nvPr/>
      </p:nvGrpSpPr>
      <p:grpSpPr>
        <a:xfrm>
          <a:off x="0" y="0"/>
          <a:ext cx="0" cy="0"/>
          <a:chOff x="0" y="0"/>
          <a:chExt cx="0" cy="0"/>
        </a:xfrm>
      </p:grpSpPr>
      <p:pic>
        <p:nvPicPr>
          <p:cNvPr id="148" name="图片 35"/>
          <p:cNvPicPr>
            <a:picLocks noChangeAspect="true"/>
          </p:cNvPicPr>
          <p:nvPr userDrawn="true"/>
        </p:nvPicPr>
        <p:blipFill rotWithShape="true">
          <a:blip r:embed="rId3">
            <a:alphaModFix amt="35000"/>
            <a:extLst>
              <a:ext uri="{BEBA8EAE-BF5A-486C-A8C5-ECC9F3942E4B}">
                <a14:imgProps>
                  <a14:imgLayer r:embed="rId4">
                    <a14:imgEffect>
                      <a14:saturation sat="0"/>
                    </a14:imgEffect>
                  </a14:imgLayer>
                </a14:imgProps>
              </a:ext>
              <a:ext uri="{28A0092B-C50C-407E-A947-70E740481C1C}"/>
            </a:extLst>
          </a:blip>
          <a:srcRect/>
          <a:stretch>
            <a:fillRect/>
          </a:stretch>
        </p:blipFill>
        <p:spPr>
          <a:xfrm>
            <a:off x="-1" y="1533406"/>
            <a:ext cx="12192001" cy="1779847"/>
          </a:xfrm>
          <a:prstGeom prst="rect">
            <a:avLst/>
          </a:prstGeom>
          <a:noFill/>
        </p:spPr>
      </p:pic>
      <p:sp>
        <p:nvSpPr>
          <p:cNvPr id="149" name="矩形 13"/>
          <p:cNvSpPr/>
          <p:nvPr userDrawn="true"/>
        </p:nvSpPr>
        <p:spPr>
          <a:xfrm>
            <a:off x="0" y="1533404"/>
            <a:ext cx="12669001" cy="1779847"/>
          </a:xfrm>
          <a:prstGeom prst="rect">
            <a:avLst/>
          </a:prstGeom>
          <a:gradFill>
            <a:gsLst>
              <a:gs pos="0">
                <a:schemeClr val="bg1"/>
              </a:gs>
              <a:gs pos="62000">
                <a:srgbClr val="FFFFFF">
                  <a:alpha val="83000"/>
                </a:srgbClr>
              </a:gs>
              <a:gs pos="100000">
                <a:schemeClr val="bg1">
                  <a:alpha val="0"/>
                </a:schemeClr>
              </a:gs>
            </a:gsLst>
            <a:lin ang="10800000" scaled="false"/>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pic>
        <p:nvPicPr>
          <p:cNvPr id="150" name="图片 15" descr="图片包含 草, 天空, 树, 户外  描述已自动生成"/>
          <p:cNvPicPr>
            <a:picLocks noChangeAspect="true"/>
          </p:cNvPicPr>
          <p:nvPr userDrawn="true"/>
        </p:nvPicPr>
        <p:blipFill rotWithShape="true">
          <a:blip r:embed="rId5">
            <a:extLst>
              <a:ext uri="{BEBA8EAE-BF5A-486C-A8C5-ECC9F3942E4B}">
                <a14:imgProps>
                  <a14:imgLayer r:embed="rId6">
                    <a14:imgEffect>
                      <a14:saturation sat="0"/>
                    </a14:imgEffect>
                  </a14:imgLayer>
                </a14:imgProps>
              </a:ext>
              <a:ext uri="{28A0092B-C50C-407E-A947-70E740481C1C}"/>
            </a:extLst>
          </a:blip>
          <a:srcRect/>
          <a:stretch>
            <a:fillRect/>
          </a:stretch>
        </p:blipFill>
        <p:spPr>
          <a:xfrm>
            <a:off x="7784488" y="1533403"/>
            <a:ext cx="4079249" cy="1779847"/>
          </a:xfrm>
          <a:prstGeom prst="rect">
            <a:avLst/>
          </a:prstGeom>
        </p:spPr>
      </p:pic>
      <p:pic>
        <p:nvPicPr>
          <p:cNvPr id="151" name="图片 8"/>
          <p:cNvPicPr>
            <a:picLocks noChangeAspect="true"/>
          </p:cNvPicPr>
          <p:nvPr userDrawn="true"/>
        </p:nvPicPr>
        <p:blipFill>
          <a:blip r:embed="rId7">
            <a:alphaModFix amt="20000"/>
            <a:extLst>
              <a:ext uri="{BEBA8EAE-BF5A-486C-A8C5-ECC9F3942E4B}">
                <a14:imgProps>
                  <a14:imgLayer r:embed="rId8">
                    <a14:imgEffect>
                      <a14:brightnessContrast bright="3000"/>
                    </a14:imgEffect>
                  </a14:imgLayer>
                </a14:imgProps>
              </a:ext>
              <a:ext uri="{28A0092B-C50C-407E-A947-70E740481C1C}"/>
            </a:extLst>
          </a:blip>
          <a:stretch>
            <a:fillRect/>
          </a:stretch>
        </p:blipFill>
        <p:spPr>
          <a:xfrm>
            <a:off x="-2002420" y="1837848"/>
            <a:ext cx="4004840" cy="5020152"/>
          </a:xfrm>
          <a:prstGeom prst="rect">
            <a:avLst/>
          </a:prstGeom>
        </p:spPr>
      </p:pic>
      <p:sp>
        <p:nvSpPr>
          <p:cNvPr id="152" name="矩形 5"/>
          <p:cNvSpPr/>
          <p:nvPr/>
        </p:nvSpPr>
        <p:spPr>
          <a:xfrm>
            <a:off x="0" y="1533407"/>
            <a:ext cx="393539" cy="1779847"/>
          </a:xfrm>
          <a:prstGeom prst="rect">
            <a:avLst/>
          </a:prstGeom>
          <a:gradFill>
            <a:gsLst>
              <a:gs pos="0">
                <a:srgbClr val="9E008B"/>
              </a:gs>
              <a:gs pos="100000">
                <a:srgbClr val="850063"/>
              </a:gs>
            </a:gsLst>
            <a:lin ang="3000000" scaled="false"/>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dirty="false"/>
          </a:p>
        </p:txBody>
      </p:sp>
      <p:pic>
        <p:nvPicPr>
          <p:cNvPr id="153" name="!!南京大学"/>
          <p:cNvPicPr>
            <a:picLocks noChangeAspect="true"/>
          </p:cNvPicPr>
          <p:nvPr userDrawn="true"/>
        </p:nvPicPr>
        <p:blipFill>
          <a:blip r:embed="rId9">
            <a:extLst>
              <a:ext uri="{28A0092B-C50C-407E-A947-70E740481C1C}"/>
            </a:extLst>
          </a:blip>
          <a:stretch>
            <a:fillRect/>
          </a:stretch>
        </p:blipFill>
        <p:spPr>
          <a:xfrm>
            <a:off x="9640286" y="268204"/>
            <a:ext cx="2158175" cy="1050885"/>
          </a:xfrm>
          <a:prstGeom prst="rect">
            <a:avLst/>
          </a:prstGeom>
          <a:effectLst>
            <a:outerShdw blurRad="63500" sx="102000" sy="102000" algn="ctr" rotWithShape="false">
              <a:schemeClr val="bg1">
                <a:alpha val="40000"/>
              </a:schemeClr>
            </a:outerShdw>
          </a:effectLst>
        </p:spPr>
      </p:pic>
      <p:grpSp>
        <p:nvGrpSpPr>
          <p:cNvPr id="154" name="组合 1"/>
          <p:cNvGrpSpPr/>
          <p:nvPr userDrawn="true"/>
        </p:nvGrpSpPr>
        <p:grpSpPr>
          <a:xfrm>
            <a:off x="393539" y="485311"/>
            <a:ext cx="2716516" cy="784192"/>
            <a:chOff x="221300" y="1114464"/>
            <a:chExt cx="2716516" cy="904809"/>
          </a:xfrm>
        </p:grpSpPr>
        <p:sp>
          <p:nvSpPr>
            <p:cNvPr id="155" name="矩形 9"/>
            <p:cNvSpPr/>
            <p:nvPr userDrawn="true"/>
          </p:nvSpPr>
          <p:spPr>
            <a:xfrm>
              <a:off x="221300" y="1114464"/>
              <a:ext cx="2716516" cy="714743"/>
            </a:xfrm>
            <a:prstGeom prst="rect">
              <a:avLst/>
            </a:prstGeom>
            <a:noFill/>
            <a:ln>
              <a:noFill/>
            </a:ln>
            <a:effectLst>
              <a:outerShdw blurRad="228600" sx="102000" sy="102000" algn="ctr" rotWithShape="false">
                <a:schemeClr val="accent1">
                  <a:alpha val="3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dist">
                <a:lnSpc>
                  <a:spcPct val="90000"/>
                </a:lnSpc>
              </a:pPr>
              <a:r>
                <a:rPr lang="zh-CN" altLang="en-US" sz="4000" b="false" strike="noStrike" spc="600" dirty="false">
                  <a:solidFill>
                    <a:srgbClr val="9E008B"/>
                  </a:solidFill>
                  <a:effectLst/>
                  <a:latin typeface="思源黑体 CN Bold" panose="020B0800000000000000" pitchFamily="34" charset="-122"/>
                  <a:ea typeface="思源黑体 CN Bold" panose="020B0800000000000000" pitchFamily="34" charset="-122"/>
                  <a:cs typeface="Segoe UI" panose="020B0502040204020203" pitchFamily="34" charset="0"/>
                </a:rPr>
                <a:t>内容大纲</a:t>
              </a:r>
              <a:endParaRPr lang="en-US" altLang="zh-CN" sz="4000" b="false" strike="noStrike" spc="600" dirty="false">
                <a:solidFill>
                  <a:srgbClr val="9E008B"/>
                </a:solidFill>
                <a:effectLst/>
                <a:latin typeface="思源黑体 CN Bold" panose="020B0800000000000000" pitchFamily="34" charset="-122"/>
                <a:ea typeface="思源黑体 CN Bold" panose="020B0800000000000000" pitchFamily="34" charset="-122"/>
                <a:cs typeface="Segoe UI" panose="020B0502040204020203" pitchFamily="34" charset="0"/>
              </a:endParaRPr>
            </a:p>
          </p:txBody>
        </p:sp>
        <p:sp>
          <p:nvSpPr>
            <p:cNvPr id="156" name="矩形 6"/>
            <p:cNvSpPr/>
            <p:nvPr userDrawn="true"/>
          </p:nvSpPr>
          <p:spPr>
            <a:xfrm>
              <a:off x="334473" y="1956967"/>
              <a:ext cx="1420006" cy="62306"/>
            </a:xfrm>
            <a:prstGeom prst="rect">
              <a:avLst/>
            </a:prstGeom>
            <a:solidFill>
              <a:srgbClr val="9E00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800" b="true" spc="600" dirty="false"/>
            </a:p>
          </p:txBody>
        </p:sp>
      </p:grpSp>
      <p:pic>
        <p:nvPicPr>
          <p:cNvPr id="157" name="图片 7"/>
          <p:cNvPicPr>
            <a:picLocks noChangeAspect="true"/>
          </p:cNvPicPr>
          <p:nvPr userDrawn="true"/>
        </p:nvPicPr>
        <p:blipFill>
          <a:blip r:embed="rId7">
            <a:alphaModFix amt="20000"/>
            <a:extLst>
              <a:ext uri="{BEBA8EAE-BF5A-486C-A8C5-ECC9F3942E4B}">
                <a14:imgProps>
                  <a14:imgLayer r:embed="rId8">
                    <a14:imgEffect>
                      <a14:brightnessContrast bright="3000"/>
                    </a14:imgEffect>
                  </a14:imgLayer>
                </a14:imgProps>
              </a:ext>
              <a:ext uri="{28A0092B-C50C-407E-A947-70E740481C1C}"/>
            </a:extLst>
          </a:blip>
          <a:stretch>
            <a:fillRect/>
          </a:stretch>
        </p:blipFill>
        <p:spPr>
          <a:xfrm>
            <a:off x="10189580" y="1837848"/>
            <a:ext cx="4004840" cy="5020152"/>
          </a:xfrm>
          <a:prstGeom prst="rect">
            <a:avLst/>
          </a:prstGeom>
        </p:spPr>
      </p:pic>
      <p:sp>
        <p:nvSpPr>
          <p:cNvPr id="158" name="矩形 18"/>
          <p:cNvSpPr/>
          <p:nvPr userDrawn="true"/>
        </p:nvSpPr>
        <p:spPr>
          <a:xfrm>
            <a:off x="7784488" y="1533401"/>
            <a:ext cx="4079249" cy="1779847"/>
          </a:xfrm>
          <a:prstGeom prst="rect">
            <a:avLst/>
          </a:prstGeom>
          <a:gradFill>
            <a:gsLst>
              <a:gs pos="28000">
                <a:srgbClr val="FFFFFF">
                  <a:alpha val="80000"/>
                </a:srgbClr>
              </a:gs>
              <a:gs pos="0">
                <a:schemeClr val="bg1"/>
              </a:gs>
              <a:gs pos="56000">
                <a:srgbClr val="FFFFFF">
                  <a:alpha val="90000"/>
                </a:srgbClr>
              </a:gs>
              <a:gs pos="94000">
                <a:schemeClr val="bg1"/>
              </a:gs>
            </a:gsLst>
            <a:lin ang="10800000" scaled="false"/>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59" name="箭头: V 形 4"/>
          <p:cNvSpPr/>
          <p:nvPr userDrawn="true"/>
        </p:nvSpPr>
        <p:spPr>
          <a:xfrm flipH="true">
            <a:off x="10494476" y="1533405"/>
            <a:ext cx="1697524" cy="1779848"/>
          </a:xfrm>
          <a:prstGeom prst="chevron">
            <a:avLst>
              <a:gd name="adj" fmla="val 66336"/>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sp>
        <p:nvSpPr>
          <p:cNvPr id="160" name="箭头: V 形 12"/>
          <p:cNvSpPr/>
          <p:nvPr userDrawn="true"/>
        </p:nvSpPr>
        <p:spPr>
          <a:xfrm flipH="true">
            <a:off x="11343238" y="1533405"/>
            <a:ext cx="1325763" cy="1779848"/>
          </a:xfrm>
          <a:prstGeom prst="chevron">
            <a:avLst>
              <a:gd name="adj" fmla="val 84064"/>
            </a:avLst>
          </a:prstGeom>
          <a:solidFill>
            <a:srgbClr val="99097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sp>
        <p:nvSpPr>
          <p:cNvPr id="161" name="矩形 27"/>
          <p:cNvSpPr/>
          <p:nvPr userDrawn="true"/>
        </p:nvSpPr>
        <p:spPr>
          <a:xfrm>
            <a:off x="1926718" y="1117805"/>
            <a:ext cx="1183337" cy="244682"/>
          </a:xfrm>
          <a:prstGeom prst="rect">
            <a:avLst/>
          </a:prstGeom>
        </p:spPr>
        <p:txBody>
          <a:bodyPr wrap="none">
            <a:spAutoFit/>
          </a:bodyPr>
          <a:lstStyle/>
          <a:p>
            <a:pPr algn="dist">
              <a:lnSpc>
                <a:spcPct val="90000"/>
              </a:lnSpc>
            </a:pPr>
            <a:r>
              <a:rPr lang="en-US" altLang="zh-CN" sz="1100" b="false" strike="noStrike" spc="300" dirty="false">
                <a:solidFill>
                  <a:schemeClr val="bg1">
                    <a:lumMod val="65000"/>
                  </a:schemeClr>
                </a:solidFill>
                <a:effectLst/>
                <a:latin typeface="等线" panose="02010600030101010101" pitchFamily="2" charset="-122"/>
                <a:ea typeface="+mn-ea"/>
                <a:cs typeface="Segoe UI" panose="020B0502040204020203" pitchFamily="34" charset="0"/>
              </a:rPr>
              <a:t>CONTENTS</a:t>
            </a:r>
            <a:endParaRPr lang="zh-CN" altLang="en-US" sz="1100" b="false" strike="noStrike" spc="300" dirty="false">
              <a:solidFill>
                <a:schemeClr val="bg1">
                  <a:lumMod val="65000"/>
                </a:schemeClr>
              </a:solidFill>
              <a:effectLst/>
              <a:latin typeface="等线" panose="02010600030101010101" pitchFamily="2" charset="-122"/>
              <a:ea typeface="+mn-ea"/>
              <a:cs typeface="Segoe UI" panose="020B0502040204020203" pitchFamily="34" charset="0"/>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Layout>
</file>

<file path=ppt/slideLayouts/slideLayout14.xml><?xml version="1.0" encoding="utf-8"?>
<p:sldLayout xmlns:a14="http://schemas.microsoft.com/office/drawing/2010/main" xmlns:p159="http://schemas.microsoft.com/office/powerpoint/2015/09/main"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a14 p159 asvg">
  <p:cSld name="1_节标题">
    <p:spTree>
      <p:nvGrpSpPr>
        <p:cNvPr id="162" name=""/>
        <p:cNvGrpSpPr/>
        <p:nvPr/>
      </p:nvGrpSpPr>
      <p:grpSpPr>
        <a:xfrm>
          <a:off x="0" y="0"/>
          <a:ext cx="0" cy="0"/>
          <a:chOff x="0" y="0"/>
          <a:chExt cx="0" cy="0"/>
        </a:xfrm>
      </p:grpSpPr>
      <p:pic>
        <p:nvPicPr>
          <p:cNvPr id="163" name="图片 3" descr="图片包含 户外, 树, 天空, 建筑物  描述已自动生成"/>
          <p:cNvPicPr>
            <a:picLocks noChangeAspect="true"/>
          </p:cNvPicPr>
          <p:nvPr userDrawn="true"/>
        </p:nvPicPr>
        <p:blipFill rotWithShape="true">
          <a:blip r:embed="rId1">
            <a:extLst>
              <a:ext uri="{28A0092B-C50C-407E-A947-70E740481C1C}"/>
            </a:extLst>
          </a:blip>
          <a:srcRect l="13125" t="4956" r="2202" b="-4956"/>
          <a:stretch>
            <a:fillRect/>
          </a:stretch>
        </p:blipFill>
        <p:spPr>
          <a:xfrm>
            <a:off x="-1132" y="-5116"/>
            <a:ext cx="12192000" cy="6863116"/>
          </a:xfrm>
          <a:prstGeom prst="rect">
            <a:avLst/>
          </a:prstGeom>
        </p:spPr>
      </p:pic>
      <p:sp>
        <p:nvSpPr>
          <p:cNvPr id="164" name="矩形 4"/>
          <p:cNvSpPr/>
          <p:nvPr userDrawn="true"/>
        </p:nvSpPr>
        <p:spPr>
          <a:xfrm>
            <a:off x="0" y="0"/>
            <a:ext cx="12192000" cy="6897644"/>
          </a:xfrm>
          <a:prstGeom prst="rect">
            <a:avLst/>
          </a:prstGeom>
          <a:gradFill flip="none" rotWithShape="true">
            <a:gsLst>
              <a:gs pos="0">
                <a:schemeClr val="bg1"/>
              </a:gs>
              <a:gs pos="70000">
                <a:schemeClr val="bg1">
                  <a:alpha val="95000"/>
                </a:schemeClr>
              </a:gs>
              <a:gs pos="33000">
                <a:schemeClr val="bg1">
                  <a:alpha val="95000"/>
                </a:schemeClr>
              </a:gs>
              <a:gs pos="50000">
                <a:schemeClr val="bg1">
                  <a:alpha val="94000"/>
                </a:schemeClr>
              </a:gs>
              <a:gs pos="100000">
                <a:schemeClr val="bg1"/>
              </a:gs>
            </a:gsLst>
            <a:lin ang="0" scaled="true"/>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65" name="椭圆 30"/>
          <p:cNvSpPr/>
          <p:nvPr userDrawn="true"/>
        </p:nvSpPr>
        <p:spPr>
          <a:xfrm>
            <a:off x="5274238" y="1162652"/>
            <a:ext cx="1584000" cy="1584000"/>
          </a:xfrm>
          <a:prstGeom prst="ellipse">
            <a:avLst/>
          </a:prstGeom>
          <a:gradFill flip="none" rotWithShape="true">
            <a:gsLst>
              <a:gs pos="100000">
                <a:schemeClr val="bg1">
                  <a:lumMod val="97000"/>
                </a:schemeClr>
              </a:gs>
              <a:gs pos="50000">
                <a:srgbClr val="FFFFFF"/>
              </a:gs>
              <a:gs pos="0">
                <a:schemeClr val="bg1"/>
              </a:gs>
            </a:gsLst>
            <a:lin ang="2700000" scaled="true"/>
            <a:tileRect/>
          </a:gradFill>
          <a:ln>
            <a:noFill/>
          </a:ln>
          <a:effectLst>
            <a:outerShdw blurRad="215900" sx="105000" sy="105000" algn="ctr" rotWithShape="false">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66" name="文本占位符 7"/>
          <p:cNvSpPr>
            <a:spLocks noGrp="true"/>
          </p:cNvSpPr>
          <p:nvPr>
            <p:ph type="body" sz="quarter" idx="10" hasCustomPrompt="true"/>
          </p:nvPr>
        </p:nvSpPr>
        <p:spPr>
          <a:xfrm>
            <a:off x="5029201" y="884536"/>
            <a:ext cx="2074074" cy="2224308"/>
          </a:xfrm>
          <a:prstGeom prst="rect">
            <a:avLst/>
          </a:prstGeom>
        </p:spPr>
        <p:txBody>
          <a:bodyPr anchor="ctr">
            <a:noAutofit/>
          </a:bodyPr>
          <a:lstStyle>
            <a:lvl1pPr marL="0" indent="0" algn="ctr">
              <a:buNone/>
              <a:defRPr sz="9600" b="true">
                <a:solidFill>
                  <a:srgbClr val="9E008B"/>
                </a:solidFill>
              </a:defRPr>
            </a:lvl1pPr>
          </a:lstStyle>
          <a:p>
            <a:pPr lvl="0"/>
            <a:r>
              <a:rPr lang="en-US" altLang="zh-CN" dirty="false"/>
              <a:t>0</a:t>
            </a:r>
            <a:endParaRPr lang="zh-CN" altLang="en-US" dirty="false"/>
          </a:p>
        </p:txBody>
      </p:sp>
      <p:sp>
        <p:nvSpPr>
          <p:cNvPr id="167" name="文本占位符 7"/>
          <p:cNvSpPr>
            <a:spLocks noGrp="true"/>
          </p:cNvSpPr>
          <p:nvPr>
            <p:ph type="body" sz="quarter" idx="11" hasCustomPrompt="true"/>
          </p:nvPr>
        </p:nvSpPr>
        <p:spPr>
          <a:xfrm>
            <a:off x="3096638" y="3303387"/>
            <a:ext cx="5998724" cy="756868"/>
          </a:xfrm>
          <a:prstGeom prst="rect">
            <a:avLst/>
          </a:prstGeom>
        </p:spPr>
        <p:txBody>
          <a:bodyPr anchor="ctr">
            <a:noAutofit/>
          </a:bodyPr>
          <a:lstStyle>
            <a:lvl1pPr marL="0" indent="0" algn="dist">
              <a:buNone/>
              <a:defRPr sz="3600" b="true" spc="600">
                <a:solidFill>
                  <a:srgbClr val="9E008B"/>
                </a:solidFill>
                <a:latin typeface="思源黑体 CN Bold" panose="020B0800000000000000" pitchFamily="34" charset="-122"/>
                <a:ea typeface="思源黑体 CN Bold" panose="020B0800000000000000" pitchFamily="34" charset="-122"/>
              </a:defRPr>
            </a:lvl1pPr>
          </a:lstStyle>
          <a:p>
            <a:pPr lvl="0"/>
            <a:r>
              <a:rPr lang="zh-CN" altLang="en-US" dirty="false"/>
              <a:t>单击此处添加节标题</a:t>
            </a:r>
            <a:endParaRPr lang="zh-CN" altLang="en-US" dirty="false"/>
          </a:p>
        </p:txBody>
      </p:sp>
      <p:pic>
        <p:nvPicPr>
          <p:cNvPr id="168" name="图形 15"/>
          <p:cNvPicPr>
            <a:picLocks noChangeAspect="true"/>
          </p:cNvPicPr>
          <p:nvPr userDrawn="true"/>
        </p:nvPicPr>
        <p:blipFill>
          <a:blip r:embed="rId2">
            <a:extLst>
              <a:ext uri="{96DAC541-7B7A-43D3-8B79-37D633B846F1}">
                <asvg:svgBlip r:embed="rId3"/>
              </a:ext>
            </a:extLst>
          </a:blip>
          <a:stretch>
            <a:fillRect/>
          </a:stretch>
        </p:blipFill>
        <p:spPr>
          <a:xfrm>
            <a:off x="294925" y="5757673"/>
            <a:ext cx="4114800" cy="781050"/>
          </a:xfrm>
          <a:prstGeom prst="rect">
            <a:avLst/>
          </a:prstGeom>
        </p:spPr>
      </p:pic>
      <p:pic>
        <p:nvPicPr>
          <p:cNvPr id="169" name="图形 17"/>
          <p:cNvPicPr>
            <a:picLocks noChangeAspect="true"/>
          </p:cNvPicPr>
          <p:nvPr userDrawn="true"/>
        </p:nvPicPr>
        <p:blipFill>
          <a:blip r:embed="rId4">
            <a:extLst>
              <a:ext uri="{96DAC541-7B7A-43D3-8B79-37D633B846F1}">
                <asvg:svgBlip r:embed="rId5"/>
              </a:ext>
            </a:extLst>
          </a:blip>
          <a:stretch>
            <a:fillRect/>
          </a:stretch>
        </p:blipFill>
        <p:spPr>
          <a:xfrm>
            <a:off x="7492638" y="5262373"/>
            <a:ext cx="4114800" cy="1276350"/>
          </a:xfrm>
          <a:prstGeom prst="rect">
            <a:avLst/>
          </a:prstGeom>
        </p:spPr>
      </p:pic>
      <p:pic>
        <p:nvPicPr>
          <p:cNvPr id="170" name="图片 25"/>
          <p:cNvPicPr>
            <a:picLocks noChangeAspect="true"/>
          </p:cNvPicPr>
          <p:nvPr userDrawn="true"/>
        </p:nvPicPr>
        <p:blipFill>
          <a:blip r:embed="rId6">
            <a:extLst>
              <a:ext uri="{28A0092B-C50C-407E-A947-70E740481C1C}"/>
            </a:extLst>
          </a:blip>
          <a:stretch>
            <a:fillRect/>
          </a:stretch>
        </p:blipFill>
        <p:spPr>
          <a:xfrm>
            <a:off x="5350213" y="5739984"/>
            <a:ext cx="1491574" cy="726296"/>
          </a:xfrm>
          <a:prstGeom prst="rect">
            <a:avLst/>
          </a:prstGeom>
        </p:spPr>
      </p:pic>
      <p:grpSp>
        <p:nvGrpSpPr>
          <p:cNvPr id="171" name="组合 45"/>
          <p:cNvGrpSpPr/>
          <p:nvPr userDrawn="true"/>
        </p:nvGrpSpPr>
        <p:grpSpPr>
          <a:xfrm>
            <a:off x="3025301" y="3935857"/>
            <a:ext cx="6070061" cy="192918"/>
            <a:chOff x="4399588" y="4016383"/>
            <a:chExt cx="3352853" cy="86344"/>
          </a:xfrm>
        </p:grpSpPr>
        <p:sp>
          <p:nvSpPr>
            <p:cNvPr id="172" name="矩形 46"/>
            <p:cNvSpPr/>
            <p:nvPr userDrawn="true"/>
          </p:nvSpPr>
          <p:spPr>
            <a:xfrm>
              <a:off x="4437741" y="4037958"/>
              <a:ext cx="3314700" cy="45719"/>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pic>
          <p:nvPicPr>
            <p:cNvPr id="173" name="图片 47"/>
            <p:cNvPicPr>
              <a:picLocks noChangeAspect="true"/>
            </p:cNvPicPr>
            <p:nvPr userDrawn="true"/>
          </p:nvPicPr>
          <p:blipFill>
            <a:blip r:embed="rId7"/>
            <a:stretch>
              <a:fillRect/>
            </a:stretch>
          </p:blipFill>
          <p:spPr>
            <a:xfrm>
              <a:off x="4399588" y="4016383"/>
              <a:ext cx="3315600" cy="86344"/>
            </a:xfrm>
            <a:prstGeom prst="rect">
              <a:avLst/>
            </a:prstGeom>
          </p:spPr>
        </p:pic>
      </p:grpSp>
      <p:pic>
        <p:nvPicPr>
          <p:cNvPr id="174" name="图片 48"/>
          <p:cNvPicPr>
            <a:picLocks noChangeAspect="true"/>
          </p:cNvPicPr>
          <p:nvPr userDrawn="true"/>
        </p:nvPicPr>
        <p:blipFill>
          <a:blip r:embed="rId8">
            <a:alphaModFix amt="40000"/>
            <a:extLst>
              <a:ext uri="{BEBA8EAE-BF5A-486C-A8C5-ECC9F3942E4B}">
                <a14:imgProps>
                  <a14:imgLayer r:embed="rId9">
                    <a14:imgEffect>
                      <a14:brightnessContrast bright="3000"/>
                    </a14:imgEffect>
                  </a14:imgLayer>
                </a14:imgProps>
              </a:ext>
              <a:ext uri="{28A0092B-C50C-407E-A947-70E740481C1C}"/>
            </a:extLst>
          </a:blip>
          <a:stretch>
            <a:fillRect/>
          </a:stretch>
        </p:blipFill>
        <p:spPr>
          <a:xfrm>
            <a:off x="10189580" y="949115"/>
            <a:ext cx="4004840" cy="5020152"/>
          </a:xfrm>
          <a:prstGeom prst="rect">
            <a:avLst/>
          </a:prstGeom>
        </p:spPr>
      </p:pic>
      <p:pic>
        <p:nvPicPr>
          <p:cNvPr id="175" name="图片 49"/>
          <p:cNvPicPr>
            <a:picLocks noChangeAspect="true"/>
          </p:cNvPicPr>
          <p:nvPr userDrawn="true"/>
        </p:nvPicPr>
        <p:blipFill>
          <a:blip r:embed="rId8">
            <a:alphaModFix amt="40000"/>
            <a:extLst>
              <a:ext uri="{BEBA8EAE-BF5A-486C-A8C5-ECC9F3942E4B}">
                <a14:imgProps>
                  <a14:imgLayer r:embed="rId9">
                    <a14:imgEffect>
                      <a14:brightnessContrast bright="3000"/>
                    </a14:imgEffect>
                  </a14:imgLayer>
                </a14:imgProps>
              </a:ext>
              <a:ext uri="{28A0092B-C50C-407E-A947-70E740481C1C}"/>
            </a:extLst>
          </a:blip>
          <a:stretch>
            <a:fillRect/>
          </a:stretch>
        </p:blipFill>
        <p:spPr>
          <a:xfrm>
            <a:off x="-2002420" y="949115"/>
            <a:ext cx="4004840" cy="5020152"/>
          </a:xfrm>
          <a:prstGeom prst="rect">
            <a:avLst/>
          </a:prstGeom>
        </p:spPr>
      </p:pic>
      <p:sp>
        <p:nvSpPr>
          <p:cNvPr id="176" name="矩形 51"/>
          <p:cNvSpPr/>
          <p:nvPr userDrawn="true"/>
        </p:nvSpPr>
        <p:spPr>
          <a:xfrm>
            <a:off x="0" y="6509614"/>
            <a:ext cx="12192000" cy="366430"/>
          </a:xfrm>
          <a:prstGeom prst="rect">
            <a:avLst/>
          </a:prstGeom>
          <a:gradFill>
            <a:gsLst>
              <a:gs pos="0">
                <a:srgbClr val="9E008B"/>
              </a:gs>
              <a:gs pos="100000">
                <a:srgbClr val="850063"/>
              </a:gs>
            </a:gsLst>
            <a:lin ang="3000000" scaled="false"/>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77" name="文本占位符 7"/>
          <p:cNvSpPr>
            <a:spLocks noGrp="true"/>
          </p:cNvSpPr>
          <p:nvPr>
            <p:ph type="body" sz="quarter" idx="12" hasCustomPrompt="true"/>
          </p:nvPr>
        </p:nvSpPr>
        <p:spPr>
          <a:xfrm>
            <a:off x="3396575" y="4168827"/>
            <a:ext cx="5398851" cy="366430"/>
          </a:xfrm>
          <a:prstGeom prst="rect">
            <a:avLst/>
          </a:prstGeom>
        </p:spPr>
        <p:txBody>
          <a:bodyPr anchor="ctr">
            <a:noAutofit/>
          </a:bodyPr>
          <a:lstStyle>
            <a:lvl1pPr marL="0" indent="0" algn="dist">
              <a:buNone/>
              <a:defRPr sz="2000" b="false" spc="300">
                <a:solidFill>
                  <a:schemeClr val="bg1">
                    <a:lumMod val="65000"/>
                  </a:schemeClr>
                </a:solidFill>
                <a:latin typeface="+mn-ea"/>
                <a:ea typeface="+mn-ea"/>
                <a:cs typeface="Segoe UI" panose="020B0502040204020203" pitchFamily="34" charset="0"/>
              </a:defRPr>
            </a:lvl1pPr>
          </a:lstStyle>
          <a:p>
            <a:pPr lvl="0"/>
            <a:r>
              <a:rPr lang="en-US" altLang="zh-CN" dirty="false"/>
              <a:t>TITLE OF SECTION GOES HERE</a:t>
            </a:r>
            <a:endParaRPr lang="zh-CN" altLang="en-US" dirty="false"/>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Layout>
</file>

<file path=ppt/slideLayouts/slideLayout15.xml><?xml version="1.0" encoding="utf-8"?>
<p:sldLayout xmlns:a14="http://schemas.microsoft.com/office/drawing/2010/main"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a14 p159">
  <p:cSld name="普通内容">
    <p:spTree>
      <p:nvGrpSpPr>
        <p:cNvPr id="178" name=""/>
        <p:cNvGrpSpPr/>
        <p:nvPr/>
      </p:nvGrpSpPr>
      <p:grpSpPr>
        <a:xfrm>
          <a:off x="0" y="0"/>
          <a:ext cx="0" cy="0"/>
          <a:chOff x="0" y="0"/>
          <a:chExt cx="0" cy="0"/>
        </a:xfrm>
      </p:grpSpPr>
      <p:pic>
        <p:nvPicPr>
          <p:cNvPr id="179" name="图片 12" descr="图片包含 户外, 树, 天空, 建筑物  描述已自动生成"/>
          <p:cNvPicPr>
            <a:picLocks noChangeAspect="true"/>
          </p:cNvPicPr>
          <p:nvPr userDrawn="true"/>
        </p:nvPicPr>
        <p:blipFill rotWithShape="true">
          <a:blip r:embed="rId1">
            <a:extLst>
              <a:ext uri="{28A0092B-C50C-407E-A947-70E740481C1C}"/>
            </a:extLst>
          </a:blip>
          <a:srcRect l="13125" t="4956" r="2202" b="-4956"/>
          <a:stretch>
            <a:fillRect/>
          </a:stretch>
        </p:blipFill>
        <p:spPr>
          <a:xfrm>
            <a:off x="2264" y="346109"/>
            <a:ext cx="12192000" cy="6863116"/>
          </a:xfrm>
          <a:prstGeom prst="rect">
            <a:avLst/>
          </a:prstGeom>
        </p:spPr>
      </p:pic>
      <p:sp>
        <p:nvSpPr>
          <p:cNvPr id="180" name="矩形 13"/>
          <p:cNvSpPr/>
          <p:nvPr userDrawn="true"/>
        </p:nvSpPr>
        <p:spPr>
          <a:xfrm>
            <a:off x="-2264" y="47021"/>
            <a:ext cx="12192000" cy="6897644"/>
          </a:xfrm>
          <a:prstGeom prst="rect">
            <a:avLst/>
          </a:prstGeom>
          <a:gradFill flip="none" rotWithShape="true">
            <a:gsLst>
              <a:gs pos="0">
                <a:schemeClr val="bg1"/>
              </a:gs>
              <a:gs pos="70000">
                <a:schemeClr val="bg1"/>
              </a:gs>
              <a:gs pos="33000">
                <a:schemeClr val="bg1">
                  <a:alpha val="97000"/>
                </a:schemeClr>
              </a:gs>
              <a:gs pos="50000">
                <a:schemeClr val="bg1">
                  <a:alpha val="97000"/>
                </a:schemeClr>
              </a:gs>
              <a:gs pos="100000">
                <a:schemeClr val="bg1"/>
              </a:gs>
            </a:gsLst>
            <a:lin ang="0" scaled="true"/>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181" name="平行四边形 7"/>
          <p:cNvSpPr/>
          <p:nvPr userDrawn="true"/>
        </p:nvSpPr>
        <p:spPr>
          <a:xfrm>
            <a:off x="0" y="-30479"/>
            <a:ext cx="12192000" cy="573769"/>
          </a:xfrm>
          <a:prstGeom prst="parallelogram">
            <a:avLst>
              <a:gd name="adj" fmla="val 0"/>
            </a:avLst>
          </a:prstGeom>
          <a:gradFill>
            <a:gsLst>
              <a:gs pos="16000">
                <a:srgbClr val="88136E">
                  <a:alpha val="78000"/>
                </a:srgbClr>
              </a:gs>
              <a:gs pos="0">
                <a:srgbClr val="B4009E"/>
              </a:gs>
              <a:gs pos="99351">
                <a:schemeClr val="accent4">
                  <a:lumMod val="75000"/>
                </a:schemeClr>
              </a:gs>
              <a:gs pos="77000">
                <a:schemeClr val="accent1"/>
              </a:gs>
            </a:gsLst>
            <a:lin ang="8100000" scaled="false"/>
          </a:gradFill>
          <a:ln>
            <a:noFill/>
          </a:ln>
          <a:effectLst>
            <a:outerShdw blurRad="50800" dist="38100" dir="5400000" algn="t" rotWithShape="false">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pic>
        <p:nvPicPr>
          <p:cNvPr id="182" name="图片 19"/>
          <p:cNvPicPr>
            <a:picLocks noChangeAspect="true"/>
          </p:cNvPicPr>
          <p:nvPr userDrawn="true"/>
        </p:nvPicPr>
        <p:blipFill rotWithShape="true">
          <a:blip r:embed="rId2">
            <a:alphaModFix amt="35000"/>
            <a:extLst>
              <a:ext uri="{28A0092B-C50C-407E-A947-70E740481C1C}"/>
            </a:extLst>
          </a:blip>
          <a:srcRect t="44074" b="47560"/>
          <a:stretch>
            <a:fillRect/>
          </a:stretch>
        </p:blipFill>
        <p:spPr>
          <a:xfrm>
            <a:off x="3537879" y="-30480"/>
            <a:ext cx="10125565" cy="573770"/>
          </a:xfrm>
          <a:prstGeom prst="rect">
            <a:avLst/>
          </a:prstGeom>
        </p:spPr>
      </p:pic>
      <p:sp>
        <p:nvSpPr>
          <p:cNvPr id="183" name="Oval 143"/>
          <p:cNvSpPr>
            <a:spLocks noChangeAspect="true"/>
          </p:cNvSpPr>
          <p:nvPr userDrawn="true"/>
        </p:nvSpPr>
        <p:spPr bwMode="auto">
          <a:xfrm>
            <a:off x="218106" y="47021"/>
            <a:ext cx="410544" cy="410544"/>
          </a:xfrm>
          <a:prstGeom prst="ellipse">
            <a:avLst/>
          </a:prstGeom>
          <a:solidFill>
            <a:schemeClr val="bg1"/>
          </a:solidFill>
          <a:ln>
            <a:noFill/>
          </a:ln>
          <a:effectLst>
            <a:innerShdw blurRad="63500" dist="50800" dir="13500000">
              <a:schemeClr val="bg1">
                <a:lumMod val="75000"/>
                <a:alpha val="50000"/>
              </a:schemeClr>
            </a:inn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fontAlgn="base">
              <a:spcBef>
                <a:spcPct val="1"/>
              </a:spcBef>
              <a:spcAft>
                <a:spcPct val="1"/>
              </a:spcAft>
            </a:pPr>
            <a:endParaRPr lang="en-US" sz="2000" b="true" dirty="false">
              <a:gradFill>
                <a:gsLst>
                  <a:gs pos="0">
                    <a:srgbClr val="FFFFFF"/>
                  </a:gs>
                  <a:gs pos="100000">
                    <a:srgbClr val="FFFFFF"/>
                  </a:gs>
                </a:gsLst>
                <a:lin ang="5400000" scaled="false"/>
              </a:gradFill>
              <a:latin typeface="思源黑体 CN Normal" panose="020B0400000000000000" pitchFamily="34" charset="-122"/>
              <a:ea typeface="思源黑体 CN Normal" panose="020B0400000000000000" pitchFamily="34" charset="-122"/>
              <a:cs typeface="Segoe UI" panose="020B0502040204020203" pitchFamily="34" charset="0"/>
            </a:endParaRPr>
          </a:p>
        </p:txBody>
      </p:sp>
      <p:sp>
        <p:nvSpPr>
          <p:cNvPr id="184" name="文本占位符 387"/>
          <p:cNvSpPr>
            <a:spLocks noGrp="true"/>
          </p:cNvSpPr>
          <p:nvPr userDrawn="true">
            <p:ph type="body" sz="quarter" idx="12" hasCustomPrompt="true"/>
          </p:nvPr>
        </p:nvSpPr>
        <p:spPr>
          <a:xfrm>
            <a:off x="218106" y="81066"/>
            <a:ext cx="410545" cy="401955"/>
          </a:xfrm>
          <a:prstGeom prst="rect">
            <a:avLst/>
          </a:prstGeom>
        </p:spPr>
        <p:txBody>
          <a:bodyPr anchor="ctr">
            <a:noAutofit/>
          </a:bodyPr>
          <a:lstStyle>
            <a:lvl1pPr marL="0" indent="0" algn="ctr">
              <a:buNone/>
              <a:defRPr sz="2200" b="true" spc="300">
                <a:solidFill>
                  <a:schemeClr val="accent1"/>
                </a:solidFill>
                <a:latin typeface="思源黑体 CN Bold" panose="020B0800000000000000" pitchFamily="34" charset="-122"/>
                <a:ea typeface="思源黑体 CN Bold" panose="020B0800000000000000" pitchFamily="34" charset="-122"/>
                <a:cs typeface="Segoe UI" panose="020B0502040204020203" pitchFamily="34" charset="0"/>
              </a:defRPr>
            </a:lvl1pPr>
          </a:lstStyle>
          <a:p>
            <a:pPr lvl="0"/>
            <a:r>
              <a:rPr lang="en-US" altLang="zh-CN" dirty="false"/>
              <a:t>0</a:t>
            </a:r>
            <a:endParaRPr lang="zh-CN" altLang="en-US" dirty="false"/>
          </a:p>
        </p:txBody>
      </p:sp>
      <p:sp>
        <p:nvSpPr>
          <p:cNvPr id="185" name="文本占位符 387"/>
          <p:cNvSpPr>
            <a:spLocks noGrp="true"/>
          </p:cNvSpPr>
          <p:nvPr userDrawn="true">
            <p:ph type="body" sz="quarter" idx="13" hasCustomPrompt="true"/>
          </p:nvPr>
        </p:nvSpPr>
        <p:spPr>
          <a:xfrm>
            <a:off x="816623" y="76295"/>
            <a:ext cx="3215623" cy="401955"/>
          </a:xfrm>
          <a:prstGeom prst="rect">
            <a:avLst/>
          </a:prstGeom>
        </p:spPr>
        <p:txBody>
          <a:bodyPr>
            <a:noAutofit/>
          </a:bodyPr>
          <a:lstStyle>
            <a:lvl1pPr marL="0" indent="0">
              <a:buNone/>
              <a:defRPr sz="2200" b="true" spc="300">
                <a:solidFill>
                  <a:schemeClr val="bg1"/>
                </a:solidFill>
                <a:latin typeface="思源黑体 CN Bold" panose="020B0800000000000000" pitchFamily="34" charset="-122"/>
                <a:ea typeface="思源黑体 CN Bold" panose="020B0800000000000000" pitchFamily="34" charset="-122"/>
              </a:defRPr>
            </a:lvl1pPr>
          </a:lstStyle>
          <a:p>
            <a:pPr lvl="0"/>
            <a:r>
              <a:rPr lang="zh-CN" altLang="en-US" dirty="false"/>
              <a:t>在此处填写节标题</a:t>
            </a:r>
            <a:endParaRPr lang="zh-CN" altLang="en-US" dirty="false"/>
          </a:p>
        </p:txBody>
      </p:sp>
      <p:pic>
        <p:nvPicPr>
          <p:cNvPr id="186" name="图片 24"/>
          <p:cNvPicPr>
            <a:picLocks noChangeAspect="true"/>
          </p:cNvPicPr>
          <p:nvPr userDrawn="true"/>
        </p:nvPicPr>
        <p:blipFill>
          <a:blip r:embed="rId3">
            <a:extLst>
              <a:ext uri="{28A0092B-C50C-407E-A947-70E740481C1C}"/>
            </a:extLst>
          </a:blip>
          <a:stretch>
            <a:fillRect/>
          </a:stretch>
        </p:blipFill>
        <p:spPr>
          <a:xfrm>
            <a:off x="10971977" y="128612"/>
            <a:ext cx="1025842" cy="319245"/>
          </a:xfrm>
          <a:prstGeom prst="rect">
            <a:avLst/>
          </a:prstGeom>
        </p:spPr>
      </p:pic>
      <p:pic>
        <p:nvPicPr>
          <p:cNvPr id="187" name="图片 9"/>
          <p:cNvPicPr>
            <a:picLocks noChangeAspect="true"/>
          </p:cNvPicPr>
          <p:nvPr userDrawn="true"/>
        </p:nvPicPr>
        <p:blipFill>
          <a:blip r:embed="rId4">
            <a:alphaModFix amt="20000"/>
            <a:extLst>
              <a:ext uri="{BEBA8EAE-BF5A-486C-A8C5-ECC9F3942E4B}">
                <a14:imgProps>
                  <a14:imgLayer r:embed="rId5">
                    <a14:imgEffect>
                      <a14:brightnessContrast bright="3000"/>
                    </a14:imgEffect>
                  </a14:imgLayer>
                </a14:imgProps>
              </a:ext>
              <a:ext uri="{28A0092B-C50C-407E-A947-70E740481C1C}"/>
            </a:extLst>
          </a:blip>
          <a:stretch>
            <a:fillRect/>
          </a:stretch>
        </p:blipFill>
        <p:spPr>
          <a:xfrm>
            <a:off x="10825155" y="3431262"/>
            <a:ext cx="2733690" cy="3426738"/>
          </a:xfrm>
          <a:prstGeom prst="rect">
            <a:avLst/>
          </a:prstGeom>
        </p:spPr>
      </p:pic>
      <p:pic>
        <p:nvPicPr>
          <p:cNvPr id="188" name="图片 11"/>
          <p:cNvPicPr>
            <a:picLocks noChangeAspect="true"/>
          </p:cNvPicPr>
          <p:nvPr userDrawn="true"/>
        </p:nvPicPr>
        <p:blipFill>
          <a:blip r:embed="rId4">
            <a:alphaModFix amt="20000"/>
            <a:extLst>
              <a:ext uri="{BEBA8EAE-BF5A-486C-A8C5-ECC9F3942E4B}">
                <a14:imgProps>
                  <a14:imgLayer r:embed="rId5">
                    <a14:imgEffect>
                      <a14:brightnessContrast bright="3000"/>
                    </a14:imgEffect>
                  </a14:imgLayer>
                </a14:imgProps>
              </a:ext>
              <a:ext uri="{28A0092B-C50C-407E-A947-70E740481C1C}"/>
            </a:extLst>
          </a:blip>
          <a:stretch>
            <a:fillRect/>
          </a:stretch>
        </p:blipFill>
        <p:spPr>
          <a:xfrm>
            <a:off x="-1366845" y="3431262"/>
            <a:ext cx="2733690" cy="3426738"/>
          </a:xfrm>
          <a:prstGeom prst="rect">
            <a:avLst/>
          </a:prstGeom>
        </p:spPr>
      </p:pic>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Layout>
</file>

<file path=ppt/slideLayouts/slideLayout16.xml><?xml version="1.0" encoding="utf-8"?>
<p:sldLayout xmlns:a14="http://schemas.microsoft.com/office/drawing/2010/main" xmlns:p159="http://schemas.microsoft.com/office/powerpoint/2015/09/main"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a14 p159 asvg">
  <p:cSld name="2_节标题">
    <p:spTree>
      <p:nvGrpSpPr>
        <p:cNvPr id="189" name=""/>
        <p:cNvGrpSpPr/>
        <p:nvPr/>
      </p:nvGrpSpPr>
      <p:grpSpPr>
        <a:xfrm>
          <a:off x="0" y="0"/>
          <a:ext cx="0" cy="0"/>
          <a:chOff x="0" y="0"/>
          <a:chExt cx="0" cy="0"/>
        </a:xfrm>
      </p:grpSpPr>
      <p:pic>
        <p:nvPicPr>
          <p:cNvPr id="190" name="图形 15"/>
          <p:cNvPicPr>
            <a:picLocks noChangeAspect="true"/>
          </p:cNvPicPr>
          <p:nvPr userDrawn="true"/>
        </p:nvPicPr>
        <p:blipFill>
          <a:blip r:embed="rId1">
            <a:extLst>
              <a:ext uri="{96DAC541-7B7A-43D3-8B79-37D633B846F1}">
                <asvg:svgBlip r:embed="rId2"/>
              </a:ext>
            </a:extLst>
          </a:blip>
          <a:stretch>
            <a:fillRect/>
          </a:stretch>
        </p:blipFill>
        <p:spPr>
          <a:xfrm>
            <a:off x="294925" y="5757673"/>
            <a:ext cx="4114800" cy="781050"/>
          </a:xfrm>
          <a:prstGeom prst="rect">
            <a:avLst/>
          </a:prstGeom>
        </p:spPr>
      </p:pic>
      <p:pic>
        <p:nvPicPr>
          <p:cNvPr id="191" name="图形 17"/>
          <p:cNvPicPr>
            <a:picLocks noChangeAspect="true"/>
          </p:cNvPicPr>
          <p:nvPr userDrawn="true"/>
        </p:nvPicPr>
        <p:blipFill>
          <a:blip r:embed="rId3">
            <a:extLst>
              <a:ext uri="{96DAC541-7B7A-43D3-8B79-37D633B846F1}">
                <asvg:svgBlip r:embed="rId4"/>
              </a:ext>
            </a:extLst>
          </a:blip>
          <a:stretch>
            <a:fillRect/>
          </a:stretch>
        </p:blipFill>
        <p:spPr>
          <a:xfrm>
            <a:off x="7492638" y="5262373"/>
            <a:ext cx="4114800" cy="1276350"/>
          </a:xfrm>
          <a:prstGeom prst="rect">
            <a:avLst/>
          </a:prstGeom>
        </p:spPr>
      </p:pic>
      <p:pic>
        <p:nvPicPr>
          <p:cNvPr id="192" name="图片 25"/>
          <p:cNvPicPr>
            <a:picLocks noChangeAspect="true"/>
          </p:cNvPicPr>
          <p:nvPr userDrawn="true"/>
        </p:nvPicPr>
        <p:blipFill>
          <a:blip r:embed="rId5">
            <a:extLst>
              <a:ext uri="{28A0092B-C50C-407E-A947-70E740481C1C}"/>
            </a:extLst>
          </a:blip>
          <a:stretch>
            <a:fillRect/>
          </a:stretch>
        </p:blipFill>
        <p:spPr>
          <a:xfrm>
            <a:off x="6624767" y="748540"/>
            <a:ext cx="1491574" cy="726296"/>
          </a:xfrm>
          <a:prstGeom prst="rect">
            <a:avLst/>
          </a:prstGeom>
        </p:spPr>
      </p:pic>
      <p:pic>
        <p:nvPicPr>
          <p:cNvPr id="193" name="图片 48"/>
          <p:cNvPicPr>
            <a:picLocks noChangeAspect="true"/>
          </p:cNvPicPr>
          <p:nvPr userDrawn="true"/>
        </p:nvPicPr>
        <p:blipFill>
          <a:blip r:embed="rId6">
            <a:alphaModFix amt="40000"/>
            <a:extLst>
              <a:ext uri="{BEBA8EAE-BF5A-486C-A8C5-ECC9F3942E4B}">
                <a14:imgProps>
                  <a14:imgLayer r:embed="rId7">
                    <a14:imgEffect>
                      <a14:brightnessContrast bright="3000"/>
                    </a14:imgEffect>
                  </a14:imgLayer>
                </a14:imgProps>
              </a:ext>
              <a:ext uri="{28A0092B-C50C-407E-A947-70E740481C1C}"/>
            </a:extLst>
          </a:blip>
          <a:stretch>
            <a:fillRect/>
          </a:stretch>
        </p:blipFill>
        <p:spPr>
          <a:xfrm>
            <a:off x="10189580" y="949115"/>
            <a:ext cx="4004840" cy="5020152"/>
          </a:xfrm>
          <a:prstGeom prst="rect">
            <a:avLst/>
          </a:prstGeom>
        </p:spPr>
      </p:pic>
      <p:pic>
        <p:nvPicPr>
          <p:cNvPr id="194" name="图片 49"/>
          <p:cNvPicPr>
            <a:picLocks noChangeAspect="true"/>
          </p:cNvPicPr>
          <p:nvPr userDrawn="true"/>
        </p:nvPicPr>
        <p:blipFill>
          <a:blip r:embed="rId6">
            <a:alphaModFix amt="40000"/>
            <a:extLst>
              <a:ext uri="{BEBA8EAE-BF5A-486C-A8C5-ECC9F3942E4B}">
                <a14:imgProps>
                  <a14:imgLayer r:embed="rId7">
                    <a14:imgEffect>
                      <a14:brightnessContrast bright="3000"/>
                    </a14:imgEffect>
                  </a14:imgLayer>
                </a14:imgProps>
              </a:ext>
              <a:ext uri="{28A0092B-C50C-407E-A947-70E740481C1C}"/>
            </a:extLst>
          </a:blip>
          <a:stretch>
            <a:fillRect/>
          </a:stretch>
        </p:blipFill>
        <p:spPr>
          <a:xfrm>
            <a:off x="-2002420" y="949115"/>
            <a:ext cx="4004840" cy="5020152"/>
          </a:xfrm>
          <a:prstGeom prst="rect">
            <a:avLst/>
          </a:prstGeom>
        </p:spPr>
      </p:pic>
      <p:grpSp>
        <p:nvGrpSpPr>
          <p:cNvPr id="195" name="组合 29"/>
          <p:cNvGrpSpPr/>
          <p:nvPr userDrawn="true"/>
        </p:nvGrpSpPr>
        <p:grpSpPr>
          <a:xfrm>
            <a:off x="985765" y="785258"/>
            <a:ext cx="2549915" cy="652860"/>
            <a:chOff x="731520" y="925847"/>
            <a:chExt cx="2617991" cy="652860"/>
          </a:xfrm>
        </p:grpSpPr>
        <p:sp>
          <p:nvSpPr>
            <p:cNvPr id="196" name="矩形 9"/>
            <p:cNvSpPr/>
            <p:nvPr/>
          </p:nvSpPr>
          <p:spPr bwMode="auto">
            <a:xfrm>
              <a:off x="816623" y="925847"/>
              <a:ext cx="2532888" cy="652860"/>
            </a:xfrm>
            <a:prstGeom prst="rect">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algn="l">
                <a:lnSpc>
                  <a:spcPct val="90000"/>
                </a:lnSpc>
              </a:pPr>
              <a:r>
                <a:rPr lang="zh-CN" altLang="en-US" sz="28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rPr>
                <a:t>  参考文献</a:t>
              </a:r>
              <a:endParaRPr lang="en-US" sz="28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endParaRPr>
            </a:p>
          </p:txBody>
        </p:sp>
        <p:sp>
          <p:nvSpPr>
            <p:cNvPr id="197" name="矩形 9"/>
            <p:cNvSpPr/>
            <p:nvPr/>
          </p:nvSpPr>
          <p:spPr bwMode="auto">
            <a:xfrm>
              <a:off x="731520" y="925847"/>
              <a:ext cx="85103" cy="652860"/>
            </a:xfrm>
            <a:prstGeom prst="rect">
              <a:avLst/>
            </a:prstGeom>
            <a:solidFill>
              <a:srgbClr val="9E008B"/>
            </a:solidFill>
            <a:ln w="10795" cap="flat" cmpd="sng" algn="ctr">
              <a:noFill/>
              <a:prstDash val="solid"/>
            </a:ln>
            <a:effectLst>
              <a:outerShdw blurRad="317500" dist="50800" dir="8400000" algn="tl" rotWithShape="false">
                <a:srgbClr val="9E008B">
                  <a:alpha val="12000"/>
                </a:srgb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algn="ctr">
                <a:lnSpc>
                  <a:spcPct val="90000"/>
                </a:lnSpc>
              </a:pPr>
              <a:endParaRPr lang="en-US" sz="28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endParaRPr>
            </a:p>
          </p:txBody>
        </p:sp>
      </p:grpSp>
      <p:sp>
        <p:nvSpPr>
          <p:cNvPr id="198" name="矩形 3"/>
          <p:cNvSpPr/>
          <p:nvPr userDrawn="true"/>
        </p:nvSpPr>
        <p:spPr>
          <a:xfrm>
            <a:off x="934845" y="1757537"/>
            <a:ext cx="10322311" cy="382028"/>
          </a:xfrm>
          <a:prstGeom prst="rect">
            <a:avLst/>
          </a:prstGeom>
        </p:spPr>
        <p:txBody>
          <a:bodyPr wrap="square">
            <a:spAutoFit/>
          </a:bodyPr>
          <a:lstStyle/>
          <a:p>
            <a:pPr>
              <a:lnSpc>
                <a:spcPct val="150000"/>
              </a:lnSpc>
            </a:pPr>
            <a:endParaRPr lang="en-US" altLang="zh-CN" sz="1400" dirty="false">
              <a:solidFill>
                <a:schemeClr val="bg1">
                  <a:lumMod val="50000"/>
                </a:schemeClr>
              </a:solidFill>
              <a:latin typeface="思源黑体 CN Normal" panose="020B0400000000000000" pitchFamily="34" charset="-122"/>
              <a:ea typeface="思源黑体 CN Normal" panose="020B0400000000000000" pitchFamily="34" charset="-122"/>
            </a:endParaRPr>
          </a:p>
        </p:txBody>
      </p:sp>
      <p:sp>
        <p:nvSpPr>
          <p:cNvPr id="199" name="文本占位符 8"/>
          <p:cNvSpPr>
            <a:spLocks noGrp="true"/>
          </p:cNvSpPr>
          <p:nvPr>
            <p:ph type="body" sz="quarter" idx="10" hasCustomPrompt="true"/>
          </p:nvPr>
        </p:nvSpPr>
        <p:spPr>
          <a:xfrm>
            <a:off x="985838" y="1757363"/>
            <a:ext cx="10493375" cy="3970337"/>
          </a:xfrm>
          <a:prstGeom prst="rect">
            <a:avLst/>
          </a:prstGeom>
        </p:spPr>
        <p:txBody>
          <a:bodyPr anchor="ctr"/>
          <a:lstStyle>
            <a:lvl1pPr marL="0" indent="0">
              <a:buNone/>
              <a:defRPr sz="1300">
                <a:solidFill>
                  <a:schemeClr val="bg1">
                    <a:lumMod val="50000"/>
                  </a:schemeClr>
                </a:solidFill>
                <a:latin typeface="思源黑体 CN Normal" panose="020B0400000000000000" pitchFamily="34" charset="-122"/>
                <a:ea typeface="思源黑体 CN Normal" panose="020B0400000000000000" pitchFamily="34" charset="-122"/>
              </a:defRPr>
            </a:lvl1pPr>
          </a:lstStyle>
          <a:p>
            <a:pPr lvl="0"/>
            <a:r>
              <a:rPr lang="zh-CN" altLang="en-US" dirty="false"/>
              <a:t>期刊类：</a:t>
            </a:r>
            <a:r>
              <a:rPr lang="en-US" altLang="zh-CN" dirty="false"/>
              <a:t>[</a:t>
            </a:r>
            <a:r>
              <a:rPr lang="zh-CN" altLang="en-US" dirty="false"/>
              <a:t>序号</a:t>
            </a:r>
            <a:r>
              <a:rPr lang="en-US" altLang="zh-CN" dirty="false"/>
              <a:t>]</a:t>
            </a:r>
            <a:r>
              <a:rPr lang="zh-CN" altLang="en-US" dirty="false"/>
              <a:t>作者</a:t>
            </a:r>
            <a:r>
              <a:rPr lang="en-US" altLang="zh-CN" dirty="false"/>
              <a:t>.</a:t>
            </a:r>
            <a:r>
              <a:rPr lang="zh-CN" altLang="en-US" dirty="false"/>
              <a:t>篇名</a:t>
            </a:r>
            <a:r>
              <a:rPr lang="en-US" altLang="zh-CN" dirty="false"/>
              <a:t>[J].</a:t>
            </a:r>
            <a:r>
              <a:rPr lang="zh-CN" altLang="en-US" dirty="false"/>
              <a:t>刊名，出版年份，卷号（期号）：起止页码</a:t>
            </a:r>
            <a:r>
              <a:rPr lang="en-US" altLang="zh-CN" dirty="false"/>
              <a:t>.</a:t>
            </a:r>
            <a:endParaRPr lang="en-US" altLang="zh-CN" dirty="false"/>
          </a:p>
          <a:p>
            <a:pPr lvl="0"/>
            <a:r>
              <a:rPr lang="zh-CN" altLang="en-US" dirty="false"/>
              <a:t>专著类：</a:t>
            </a:r>
            <a:r>
              <a:rPr lang="en-US" altLang="zh-CN" dirty="false"/>
              <a:t>[</a:t>
            </a:r>
            <a:r>
              <a:rPr lang="zh-CN" altLang="en-US" dirty="false"/>
              <a:t>序号</a:t>
            </a:r>
            <a:r>
              <a:rPr lang="en-US" altLang="zh-CN" dirty="false"/>
              <a:t>]</a:t>
            </a:r>
            <a:r>
              <a:rPr lang="zh-CN" altLang="en-US" dirty="false"/>
              <a:t>作者</a:t>
            </a:r>
            <a:r>
              <a:rPr lang="en-US" altLang="zh-CN" dirty="false"/>
              <a:t>.</a:t>
            </a:r>
            <a:r>
              <a:rPr lang="zh-CN" altLang="en-US" dirty="false"/>
              <a:t>书名</a:t>
            </a:r>
            <a:r>
              <a:rPr lang="en-US" altLang="zh-CN" dirty="false"/>
              <a:t>[M].</a:t>
            </a:r>
            <a:r>
              <a:rPr lang="zh-CN" altLang="en-US" dirty="false"/>
              <a:t>出版地：出版社，出版年份：起止页码</a:t>
            </a:r>
            <a:r>
              <a:rPr lang="en-US" altLang="zh-CN" dirty="false"/>
              <a:t>.</a:t>
            </a:r>
            <a:endParaRPr lang="en-US" altLang="zh-CN" dirty="false"/>
          </a:p>
          <a:p>
            <a:pPr lvl="0"/>
            <a:r>
              <a:rPr lang="zh-CN" altLang="en-US" dirty="false"/>
              <a:t>报纸类：</a:t>
            </a:r>
            <a:r>
              <a:rPr lang="en-US" altLang="zh-CN" dirty="false"/>
              <a:t>[</a:t>
            </a:r>
            <a:r>
              <a:rPr lang="zh-CN" altLang="en-US" dirty="false"/>
              <a:t>序号</a:t>
            </a:r>
            <a:r>
              <a:rPr lang="en-US" altLang="zh-CN" dirty="false"/>
              <a:t>]</a:t>
            </a:r>
            <a:r>
              <a:rPr lang="zh-CN" altLang="en-US" dirty="false"/>
              <a:t>作者</a:t>
            </a:r>
            <a:r>
              <a:rPr lang="en-US" altLang="zh-CN" dirty="false"/>
              <a:t>.</a:t>
            </a:r>
            <a:r>
              <a:rPr lang="zh-CN" altLang="en-US" dirty="false"/>
              <a:t>篇名</a:t>
            </a:r>
            <a:r>
              <a:rPr lang="en-US" altLang="zh-CN" dirty="false"/>
              <a:t>[N].</a:t>
            </a:r>
            <a:r>
              <a:rPr lang="zh-CN" altLang="en-US" dirty="false"/>
              <a:t>报纸名，出版日期（版次）</a:t>
            </a:r>
            <a:r>
              <a:rPr lang="en-US" altLang="zh-CN" dirty="false"/>
              <a:t>.</a:t>
            </a:r>
            <a:endParaRPr lang="en-US" altLang="zh-CN" dirty="false"/>
          </a:p>
          <a:p>
            <a:pPr lvl="0"/>
            <a:r>
              <a:rPr lang="zh-CN" altLang="en-US" dirty="false"/>
              <a:t>论文集：</a:t>
            </a:r>
            <a:r>
              <a:rPr lang="en-US" altLang="zh-CN" dirty="false"/>
              <a:t>[</a:t>
            </a:r>
            <a:r>
              <a:rPr lang="zh-CN" altLang="en-US" dirty="false"/>
              <a:t>序号</a:t>
            </a:r>
            <a:r>
              <a:rPr lang="en-US" altLang="zh-CN" dirty="false"/>
              <a:t>]</a:t>
            </a:r>
            <a:r>
              <a:rPr lang="zh-CN" altLang="en-US" dirty="false"/>
              <a:t>作者</a:t>
            </a:r>
            <a:r>
              <a:rPr lang="en-US" altLang="zh-CN" dirty="false"/>
              <a:t>.</a:t>
            </a:r>
            <a:r>
              <a:rPr lang="zh-CN" altLang="en-US" dirty="false"/>
              <a:t>篇名</a:t>
            </a:r>
            <a:r>
              <a:rPr lang="en-US" altLang="zh-CN" dirty="false"/>
              <a:t>[C].</a:t>
            </a:r>
            <a:r>
              <a:rPr lang="zh-CN" altLang="en-US" dirty="false"/>
              <a:t>出版地：出版者，出版年份：起始页码</a:t>
            </a:r>
            <a:r>
              <a:rPr lang="en-US" altLang="zh-CN" dirty="false"/>
              <a:t>.</a:t>
            </a:r>
            <a:endParaRPr lang="en-US" altLang="zh-CN" dirty="false"/>
          </a:p>
          <a:p>
            <a:pPr lvl="0"/>
            <a:r>
              <a:rPr lang="zh-CN" altLang="en-US" dirty="false"/>
              <a:t>学位论文：</a:t>
            </a:r>
            <a:r>
              <a:rPr lang="en-US" altLang="zh-CN" dirty="false"/>
              <a:t>[</a:t>
            </a:r>
            <a:r>
              <a:rPr lang="zh-CN" altLang="en-US" dirty="false"/>
              <a:t>序号</a:t>
            </a:r>
            <a:r>
              <a:rPr lang="en-US" altLang="zh-CN" dirty="false"/>
              <a:t>]</a:t>
            </a:r>
            <a:r>
              <a:rPr lang="zh-CN" altLang="en-US" dirty="false"/>
              <a:t>作者</a:t>
            </a:r>
            <a:r>
              <a:rPr lang="en-US" altLang="zh-CN" dirty="false"/>
              <a:t>.</a:t>
            </a:r>
            <a:r>
              <a:rPr lang="zh-CN" altLang="en-US" dirty="false"/>
              <a:t>篇名</a:t>
            </a:r>
            <a:r>
              <a:rPr lang="en-US" altLang="zh-CN" dirty="false"/>
              <a:t>[D].</a:t>
            </a:r>
            <a:r>
              <a:rPr lang="zh-CN" altLang="en-US" dirty="false"/>
              <a:t>出版地：保存者，出版年份：起始页码</a:t>
            </a:r>
            <a:r>
              <a:rPr lang="en-US" altLang="zh-CN" dirty="false"/>
              <a:t>.</a:t>
            </a:r>
            <a:endParaRPr lang="en-US" altLang="zh-CN" dirty="false"/>
          </a:p>
          <a:p>
            <a:pPr lvl="0"/>
            <a:r>
              <a:rPr lang="zh-CN" altLang="en-US" dirty="false"/>
              <a:t>研究报告：</a:t>
            </a:r>
            <a:r>
              <a:rPr lang="en-US" altLang="zh-CN" dirty="false"/>
              <a:t>[</a:t>
            </a:r>
            <a:r>
              <a:rPr lang="zh-CN" altLang="en-US" dirty="false"/>
              <a:t>序号</a:t>
            </a:r>
            <a:r>
              <a:rPr lang="en-US" altLang="zh-CN" dirty="false"/>
              <a:t>]</a:t>
            </a:r>
            <a:r>
              <a:rPr lang="zh-CN" altLang="en-US" dirty="false"/>
              <a:t>作者</a:t>
            </a:r>
            <a:r>
              <a:rPr lang="en-US" altLang="zh-CN" dirty="false"/>
              <a:t>.</a:t>
            </a:r>
            <a:r>
              <a:rPr lang="zh-CN" altLang="en-US" dirty="false"/>
              <a:t>篇名</a:t>
            </a:r>
            <a:r>
              <a:rPr lang="en-US" altLang="zh-CN" dirty="false"/>
              <a:t>[R].</a:t>
            </a:r>
            <a:r>
              <a:rPr lang="zh-CN" altLang="en-US" dirty="false"/>
              <a:t>出版地：出版者，出版年份：起始页码</a:t>
            </a:r>
            <a:r>
              <a:rPr lang="en-US" altLang="zh-CN" dirty="false"/>
              <a:t>.</a:t>
            </a:r>
            <a:endParaRPr lang="en-US" altLang="zh-CN" dirty="false"/>
          </a:p>
          <a:p>
            <a:pPr lvl="0"/>
            <a:r>
              <a:rPr lang="zh-CN" altLang="en-US" dirty="false"/>
              <a:t>条例：</a:t>
            </a:r>
            <a:r>
              <a:rPr lang="en-US" altLang="zh-CN" dirty="false"/>
              <a:t>[</a:t>
            </a:r>
            <a:r>
              <a:rPr lang="zh-CN" altLang="en-US" dirty="false"/>
              <a:t>序号</a:t>
            </a:r>
            <a:r>
              <a:rPr lang="en-US" altLang="zh-CN" dirty="false"/>
              <a:t>]</a:t>
            </a:r>
            <a:r>
              <a:rPr lang="zh-CN" altLang="en-US" dirty="false"/>
              <a:t>颁布单位</a:t>
            </a:r>
            <a:r>
              <a:rPr lang="en-US" altLang="zh-CN" dirty="false"/>
              <a:t>.</a:t>
            </a:r>
            <a:r>
              <a:rPr lang="zh-CN" altLang="en-US" dirty="false"/>
              <a:t>条例名称</a:t>
            </a:r>
            <a:r>
              <a:rPr lang="en-US" altLang="zh-CN" dirty="false"/>
              <a:t>.</a:t>
            </a:r>
            <a:r>
              <a:rPr lang="zh-CN" altLang="en-US" dirty="false"/>
              <a:t>发布日期</a:t>
            </a:r>
            <a:endParaRPr lang="zh-CN" altLang="en-US" dirty="false"/>
          </a:p>
          <a:p>
            <a:pPr lvl="0"/>
            <a:r>
              <a:rPr lang="zh-CN" altLang="en-US" dirty="false"/>
              <a:t>译著：</a:t>
            </a:r>
            <a:r>
              <a:rPr lang="en-US" altLang="zh-CN" dirty="false"/>
              <a:t>[</a:t>
            </a:r>
            <a:r>
              <a:rPr lang="zh-CN" altLang="en-US" dirty="false"/>
              <a:t>序号</a:t>
            </a:r>
            <a:r>
              <a:rPr lang="en-US" altLang="zh-CN" dirty="false"/>
              <a:t>]</a:t>
            </a:r>
            <a:r>
              <a:rPr lang="zh-CN" altLang="en-US" dirty="false"/>
              <a:t>原著作者</a:t>
            </a:r>
            <a:r>
              <a:rPr lang="en-US" altLang="zh-CN" dirty="false"/>
              <a:t>. </a:t>
            </a:r>
            <a:r>
              <a:rPr lang="zh-CN" altLang="en-US" dirty="false"/>
              <a:t>书名</a:t>
            </a:r>
            <a:r>
              <a:rPr lang="en-US" altLang="zh-CN" dirty="false"/>
              <a:t>[M].</a:t>
            </a:r>
            <a:r>
              <a:rPr lang="zh-CN" altLang="en-US" dirty="false"/>
              <a:t>译者，译</a:t>
            </a:r>
            <a:r>
              <a:rPr lang="en-US" altLang="zh-CN" dirty="false"/>
              <a:t>.</a:t>
            </a:r>
            <a:r>
              <a:rPr lang="zh-CN" altLang="en-US" dirty="false"/>
              <a:t>出版地：出版社，出版年份：起止页码</a:t>
            </a:r>
            <a:r>
              <a:rPr lang="en-US" altLang="zh-CN" dirty="false"/>
              <a:t>.</a:t>
            </a:r>
            <a:endParaRPr lang="en-US" altLang="zh-CN" dirty="false"/>
          </a:p>
          <a:p>
            <a:pPr lvl="0"/>
            <a:r>
              <a:rPr lang="zh-CN" altLang="en-US" dirty="false"/>
              <a:t>期刊类：</a:t>
            </a:r>
            <a:r>
              <a:rPr lang="en-US" altLang="zh-CN" dirty="false"/>
              <a:t>[</a:t>
            </a:r>
            <a:r>
              <a:rPr lang="zh-CN" altLang="en-US" dirty="false"/>
              <a:t>序号</a:t>
            </a:r>
            <a:r>
              <a:rPr lang="en-US" altLang="zh-CN" dirty="false"/>
              <a:t>]</a:t>
            </a:r>
            <a:r>
              <a:rPr lang="zh-CN" altLang="en-US" dirty="false"/>
              <a:t>作者</a:t>
            </a:r>
            <a:r>
              <a:rPr lang="en-US" altLang="zh-CN" dirty="false"/>
              <a:t>.</a:t>
            </a:r>
            <a:r>
              <a:rPr lang="zh-CN" altLang="en-US" dirty="false"/>
              <a:t>篇名</a:t>
            </a:r>
            <a:r>
              <a:rPr lang="en-US" altLang="zh-CN" dirty="false"/>
              <a:t>[J].</a:t>
            </a:r>
            <a:r>
              <a:rPr lang="zh-CN" altLang="en-US" dirty="false"/>
              <a:t>刊名，出版年份，卷号（期号）：起止页码</a:t>
            </a:r>
            <a:r>
              <a:rPr lang="en-US" altLang="zh-CN" dirty="false"/>
              <a:t>.</a:t>
            </a:r>
            <a:endParaRPr lang="en-US" altLang="zh-CN" dirty="false"/>
          </a:p>
          <a:p>
            <a:pPr lvl="0"/>
            <a:r>
              <a:rPr lang="zh-CN" altLang="en-US" dirty="false"/>
              <a:t>专著类：</a:t>
            </a:r>
            <a:r>
              <a:rPr lang="en-US" altLang="zh-CN" dirty="false"/>
              <a:t>[</a:t>
            </a:r>
            <a:r>
              <a:rPr lang="zh-CN" altLang="en-US" dirty="false"/>
              <a:t>序号</a:t>
            </a:r>
            <a:r>
              <a:rPr lang="en-US" altLang="zh-CN" dirty="false"/>
              <a:t>]</a:t>
            </a:r>
            <a:r>
              <a:rPr lang="zh-CN" altLang="en-US" dirty="false"/>
              <a:t>作者</a:t>
            </a:r>
            <a:r>
              <a:rPr lang="en-US" altLang="zh-CN" dirty="false"/>
              <a:t>.</a:t>
            </a:r>
            <a:r>
              <a:rPr lang="zh-CN" altLang="en-US" dirty="false"/>
              <a:t>书名</a:t>
            </a:r>
            <a:r>
              <a:rPr lang="en-US" altLang="zh-CN" dirty="false"/>
              <a:t>[M].</a:t>
            </a:r>
            <a:r>
              <a:rPr lang="zh-CN" altLang="en-US" dirty="false"/>
              <a:t>出版地：出版社，出版年份：起止页码</a:t>
            </a:r>
            <a:r>
              <a:rPr lang="en-US" altLang="zh-CN" dirty="false"/>
              <a:t>.</a:t>
            </a:r>
            <a:endParaRPr lang="en-US" altLang="zh-CN" dirty="false"/>
          </a:p>
          <a:p>
            <a:pPr lvl="0"/>
            <a:r>
              <a:rPr lang="zh-CN" altLang="en-US" dirty="false"/>
              <a:t>报纸类：</a:t>
            </a:r>
            <a:r>
              <a:rPr lang="en-US" altLang="zh-CN" dirty="false"/>
              <a:t>[</a:t>
            </a:r>
            <a:r>
              <a:rPr lang="zh-CN" altLang="en-US" dirty="false"/>
              <a:t>序号</a:t>
            </a:r>
            <a:r>
              <a:rPr lang="en-US" altLang="zh-CN" dirty="false"/>
              <a:t>]</a:t>
            </a:r>
            <a:r>
              <a:rPr lang="zh-CN" altLang="en-US" dirty="false"/>
              <a:t>作者</a:t>
            </a:r>
            <a:r>
              <a:rPr lang="en-US" altLang="zh-CN" dirty="false"/>
              <a:t>.</a:t>
            </a:r>
            <a:r>
              <a:rPr lang="zh-CN" altLang="en-US" dirty="false"/>
              <a:t>篇名</a:t>
            </a:r>
            <a:r>
              <a:rPr lang="en-US" altLang="zh-CN" dirty="false"/>
              <a:t>[N].</a:t>
            </a:r>
            <a:r>
              <a:rPr lang="zh-CN" altLang="en-US" dirty="false"/>
              <a:t>报纸名，出版日期（版次）</a:t>
            </a:r>
            <a:r>
              <a:rPr lang="en-US" altLang="zh-CN" dirty="false"/>
              <a:t>.</a:t>
            </a:r>
            <a:endParaRPr lang="en-US" altLang="zh-CN" dirty="false"/>
          </a:p>
        </p:txBody>
      </p:sp>
      <p:pic>
        <p:nvPicPr>
          <p:cNvPr id="200" name="图片 46"/>
          <p:cNvPicPr>
            <a:picLocks noChangeAspect="true"/>
          </p:cNvPicPr>
          <p:nvPr userDrawn="true"/>
        </p:nvPicPr>
        <p:blipFill rotWithShape="true">
          <a:blip r:embed="rId8">
            <a:alphaModFix amt="53000"/>
            <a:extLst>
              <a:ext uri="{28A0092B-C50C-407E-A947-70E740481C1C}"/>
            </a:extLst>
          </a:blip>
          <a:srcRect l="32586" r="39374"/>
          <a:stretch>
            <a:fillRect/>
          </a:stretch>
        </p:blipFill>
        <p:spPr>
          <a:xfrm>
            <a:off x="8358319" y="0"/>
            <a:ext cx="3833681" cy="6538723"/>
          </a:xfrm>
          <a:prstGeom prst="rect">
            <a:avLst/>
          </a:prstGeom>
          <a:effectLst>
            <a:outerShdw blurRad="165100" dist="38100" sx="102000" sy="102000" algn="l" rotWithShape="false">
              <a:schemeClr val="bg1">
                <a:lumMod val="50000"/>
                <a:alpha val="40000"/>
              </a:schemeClr>
            </a:outerShdw>
          </a:effectLst>
        </p:spPr>
      </p:pic>
      <p:sp>
        <p:nvSpPr>
          <p:cNvPr id="201" name="矩形 51"/>
          <p:cNvSpPr/>
          <p:nvPr userDrawn="true"/>
        </p:nvSpPr>
        <p:spPr>
          <a:xfrm>
            <a:off x="0" y="6509614"/>
            <a:ext cx="12192000" cy="366430"/>
          </a:xfrm>
          <a:prstGeom prst="rect">
            <a:avLst/>
          </a:prstGeom>
          <a:gradFill>
            <a:gsLst>
              <a:gs pos="0">
                <a:srgbClr val="9E008B"/>
              </a:gs>
              <a:gs pos="100000">
                <a:srgbClr val="850063"/>
              </a:gs>
            </a:gsLst>
            <a:lin ang="3000000" scaled="false"/>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02" name="矩形 52"/>
          <p:cNvSpPr/>
          <p:nvPr userDrawn="true"/>
        </p:nvSpPr>
        <p:spPr>
          <a:xfrm>
            <a:off x="8304319" y="949115"/>
            <a:ext cx="108000" cy="1080000"/>
          </a:xfrm>
          <a:prstGeom prst="rect">
            <a:avLst/>
          </a:prstGeom>
          <a:gradFill>
            <a:gsLst>
              <a:gs pos="0">
                <a:srgbClr val="9E008B"/>
              </a:gs>
              <a:gs pos="100000">
                <a:srgbClr val="850063"/>
              </a:gs>
            </a:gsLst>
            <a:lin ang="3000000" scaled="false"/>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dirty="false"/>
          </a:p>
        </p:txBody>
      </p:sp>
      <p:cxnSp>
        <p:nvCxnSpPr>
          <p:cNvPr id="203" name="直接连接符 16"/>
          <p:cNvCxnSpPr>
            <a:endCxn id="202" idx="0"/>
          </p:cNvCxnSpPr>
          <p:nvPr userDrawn="true"/>
        </p:nvCxnSpPr>
        <p:spPr>
          <a:xfrm>
            <a:off x="8358319" y="0"/>
            <a:ext cx="0" cy="949115"/>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Layout>
</file>

<file path=ppt/slideLayouts/slideLayout17.xml><?xml version="1.0" encoding="utf-8"?>
<p:sldLayout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p159">
  <p:cSld name="结束页">
    <p:bg>
      <p:bgPr>
        <a:blipFill dpi="0" rotWithShape="true">
          <a:blip r:embed="rId1">
            <a:alphaModFix amt="14000"/>
            <a:lum/>
          </a:blip>
          <a:srcRect/>
          <a:stretch>
            <a:fillRect l="-9000" r="-9000"/>
          </a:stretch>
        </a:blipFill>
        <a:effectLst/>
      </p:bgPr>
    </p:bg>
    <p:spTree>
      <p:nvGrpSpPr>
        <p:cNvPr id="204" name=""/>
        <p:cNvGrpSpPr/>
        <p:nvPr/>
      </p:nvGrpSpPr>
      <p:grpSpPr>
        <a:xfrm>
          <a:off x="0" y="0"/>
          <a:ext cx="0" cy="0"/>
          <a:chOff x="0" y="0"/>
          <a:chExt cx="0" cy="0"/>
        </a:xfrm>
      </p:grpSpPr>
      <p:sp>
        <p:nvSpPr>
          <p:cNvPr id="205" name="任意多边形: 形状 42"/>
          <p:cNvSpPr/>
          <p:nvPr userDrawn="true"/>
        </p:nvSpPr>
        <p:spPr>
          <a:xfrm flipH="true">
            <a:off x="-15485" y="502925"/>
            <a:ext cx="10925582" cy="5841637"/>
          </a:xfrm>
          <a:custGeom>
            <a:avLst/>
            <a:gdLst>
              <a:gd name="connsiteX0" fmla="*/ 10979546 w 10979546"/>
              <a:gd name="connsiteY0" fmla="*/ 0 h 5553797"/>
              <a:gd name="connsiteX1" fmla="*/ 20163 w 10979546"/>
              <a:gd name="connsiteY1" fmla="*/ 0 h 5553797"/>
              <a:gd name="connsiteX2" fmla="*/ 3044826 w 10979546"/>
              <a:gd name="connsiteY2" fmla="*/ 2767674 h 5553797"/>
              <a:gd name="connsiteX3" fmla="*/ 0 w 10979546"/>
              <a:gd name="connsiteY3" fmla="*/ 5553797 h 5553797"/>
              <a:gd name="connsiteX4" fmla="*/ 10979546 w 10979546"/>
              <a:gd name="connsiteY4" fmla="*/ 5553797 h 5553797"/>
              <a:gd name="connsiteX5" fmla="*/ 10979546 w 10979546"/>
              <a:gd name="connsiteY5" fmla="*/ 0 h 5553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79546" h="5553797">
                <a:moveTo>
                  <a:pt x="10979546" y="0"/>
                </a:moveTo>
                <a:lnTo>
                  <a:pt x="20163" y="0"/>
                </a:lnTo>
                <a:lnTo>
                  <a:pt x="3044826" y="2767674"/>
                </a:lnTo>
                <a:lnTo>
                  <a:pt x="0" y="5553797"/>
                </a:lnTo>
                <a:lnTo>
                  <a:pt x="10979546" y="5553797"/>
                </a:lnTo>
                <a:lnTo>
                  <a:pt x="10979546" y="0"/>
                </a:lnTo>
                <a:close/>
              </a:path>
            </a:pathLst>
          </a:cu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pic>
        <p:nvPicPr>
          <p:cNvPr id="206" name="!!南京大学"/>
          <p:cNvPicPr>
            <a:picLocks noChangeAspect="true"/>
          </p:cNvPicPr>
          <p:nvPr userDrawn="true"/>
        </p:nvPicPr>
        <p:blipFill>
          <a:blip r:embed="rId2">
            <a:extLst>
              <a:ext uri="{28A0092B-C50C-407E-A947-70E740481C1C}"/>
            </a:extLst>
          </a:blip>
          <a:stretch>
            <a:fillRect/>
          </a:stretch>
        </p:blipFill>
        <p:spPr>
          <a:xfrm>
            <a:off x="461538" y="805166"/>
            <a:ext cx="1776838" cy="861855"/>
          </a:xfrm>
          <a:prstGeom prst="rect">
            <a:avLst/>
          </a:prstGeom>
        </p:spPr>
      </p:pic>
      <p:pic>
        <p:nvPicPr>
          <p:cNvPr id="207" name="图片 50" descr="图片包含 名片, 文字  描述已自动生成"/>
          <p:cNvPicPr>
            <a:picLocks noChangeAspect="true"/>
          </p:cNvPicPr>
          <p:nvPr userDrawn="true"/>
        </p:nvPicPr>
        <p:blipFill rotWithShape="true">
          <a:blip r:embed="rId3">
            <a:alphaModFix amt="35000"/>
            <a:extLst>
              <a:ext uri="{28A0092B-C50C-407E-A947-70E740481C1C}"/>
            </a:extLst>
          </a:blip>
          <a:srcRect l="3302" t="47518" r="13479" b="31213"/>
          <a:stretch>
            <a:fillRect/>
          </a:stretch>
        </p:blipFill>
        <p:spPr>
          <a:xfrm>
            <a:off x="-286362" y="-1200039"/>
            <a:ext cx="13548360" cy="1922637"/>
          </a:xfrm>
          <a:prstGeom prst="rect">
            <a:avLst/>
          </a:prstGeom>
        </p:spPr>
      </p:pic>
      <p:sp>
        <p:nvSpPr>
          <p:cNvPr id="208" name="箭头: V 形 52"/>
          <p:cNvSpPr/>
          <p:nvPr userDrawn="true"/>
        </p:nvSpPr>
        <p:spPr>
          <a:xfrm flipH="true">
            <a:off x="8120914" y="547917"/>
            <a:ext cx="3287008" cy="5780765"/>
          </a:xfrm>
          <a:prstGeom prst="chevron">
            <a:avLst>
              <a:gd name="adj" fmla="val 91130"/>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sp>
        <p:nvSpPr>
          <p:cNvPr id="209" name="任意多边形: 形状 53"/>
          <p:cNvSpPr/>
          <p:nvPr userDrawn="true"/>
        </p:nvSpPr>
        <p:spPr>
          <a:xfrm flipH="true">
            <a:off x="8839509" y="546039"/>
            <a:ext cx="3353334" cy="5841636"/>
          </a:xfrm>
          <a:custGeom>
            <a:avLst/>
            <a:gdLst>
              <a:gd name="connsiteX0" fmla="*/ 328671 w 3353334"/>
              <a:gd name="connsiteY0" fmla="*/ 0 h 5553796"/>
              <a:gd name="connsiteX1" fmla="*/ 0 w 3353334"/>
              <a:gd name="connsiteY1" fmla="*/ 0 h 5553796"/>
              <a:gd name="connsiteX2" fmla="*/ 0 w 3353334"/>
              <a:gd name="connsiteY2" fmla="*/ 323408 h 5553796"/>
              <a:gd name="connsiteX3" fmla="*/ 2711050 w 3353334"/>
              <a:gd name="connsiteY3" fmla="*/ 2804115 h 5553796"/>
              <a:gd name="connsiteX4" fmla="*/ 0 w 3353334"/>
              <a:gd name="connsiteY4" fmla="*/ 5284821 h 5553796"/>
              <a:gd name="connsiteX5" fmla="*/ 0 w 3353334"/>
              <a:gd name="connsiteY5" fmla="*/ 5553796 h 5553796"/>
              <a:gd name="connsiteX6" fmla="*/ 308508 w 3353334"/>
              <a:gd name="connsiteY6" fmla="*/ 5553796 h 5553796"/>
              <a:gd name="connsiteX7" fmla="*/ 3353334 w 3353334"/>
              <a:gd name="connsiteY7" fmla="*/ 2767674 h 5553796"/>
              <a:gd name="connsiteX8" fmla="*/ 328671 w 3353334"/>
              <a:gd name="connsiteY8" fmla="*/ 0 h 555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3334" h="5553796">
                <a:moveTo>
                  <a:pt x="328671" y="0"/>
                </a:moveTo>
                <a:lnTo>
                  <a:pt x="0" y="0"/>
                </a:lnTo>
                <a:lnTo>
                  <a:pt x="0" y="323408"/>
                </a:lnTo>
                <a:lnTo>
                  <a:pt x="2711050" y="2804115"/>
                </a:lnTo>
                <a:lnTo>
                  <a:pt x="0" y="5284821"/>
                </a:lnTo>
                <a:lnTo>
                  <a:pt x="0" y="5553796"/>
                </a:lnTo>
                <a:lnTo>
                  <a:pt x="308508" y="5553796"/>
                </a:lnTo>
                <a:lnTo>
                  <a:pt x="3353334" y="2767674"/>
                </a:lnTo>
                <a:lnTo>
                  <a:pt x="328671" y="0"/>
                </a:lnTo>
                <a:close/>
              </a:path>
            </a:pathLst>
          </a:custGeom>
          <a:solidFill>
            <a:srgbClr val="99097D"/>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sp>
        <p:nvSpPr>
          <p:cNvPr id="210" name="任意多边形: 形状 54"/>
          <p:cNvSpPr/>
          <p:nvPr userDrawn="true"/>
        </p:nvSpPr>
        <p:spPr>
          <a:xfrm flipH="true">
            <a:off x="10064423" y="1451025"/>
            <a:ext cx="2127575" cy="4095410"/>
          </a:xfrm>
          <a:custGeom>
            <a:avLst/>
            <a:gdLst>
              <a:gd name="connsiteX0" fmla="*/ 0 w 2021800"/>
              <a:gd name="connsiteY0" fmla="*/ 0 h 3700037"/>
              <a:gd name="connsiteX1" fmla="*/ 0 w 2021800"/>
              <a:gd name="connsiteY1" fmla="*/ 3700037 h 3700037"/>
              <a:gd name="connsiteX2" fmla="*/ 2021800 w 2021800"/>
              <a:gd name="connsiteY2" fmla="*/ 1850019 h 3700037"/>
              <a:gd name="connsiteX3" fmla="*/ 0 w 2021800"/>
              <a:gd name="connsiteY3" fmla="*/ 0 h 3700037"/>
            </a:gdLst>
            <a:ahLst/>
            <a:cxnLst>
              <a:cxn ang="0">
                <a:pos x="connsiteX0" y="connsiteY0"/>
              </a:cxn>
              <a:cxn ang="0">
                <a:pos x="connsiteX1" y="connsiteY1"/>
              </a:cxn>
              <a:cxn ang="0">
                <a:pos x="connsiteX2" y="connsiteY2"/>
              </a:cxn>
              <a:cxn ang="0">
                <a:pos x="connsiteX3" y="connsiteY3"/>
              </a:cxn>
            </a:cxnLst>
            <a:rect l="l" t="t" r="r" b="b"/>
            <a:pathLst>
              <a:path w="2021800" h="3700037">
                <a:moveTo>
                  <a:pt x="0" y="0"/>
                </a:moveTo>
                <a:lnTo>
                  <a:pt x="0" y="3700037"/>
                </a:lnTo>
                <a:lnTo>
                  <a:pt x="2021800" y="1850019"/>
                </a:lnTo>
                <a:lnTo>
                  <a:pt x="0" y="0"/>
                </a:ln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solidFill>
                <a:schemeClr val="tx1"/>
              </a:solidFill>
            </a:endParaRPr>
          </a:p>
        </p:txBody>
      </p:sp>
      <p:grpSp>
        <p:nvGrpSpPr>
          <p:cNvPr id="211" name="组合 56"/>
          <p:cNvGrpSpPr/>
          <p:nvPr userDrawn="true"/>
        </p:nvGrpSpPr>
        <p:grpSpPr>
          <a:xfrm>
            <a:off x="10659351" y="3264062"/>
            <a:ext cx="1392692" cy="491924"/>
            <a:chOff x="714375" y="1419225"/>
            <a:chExt cx="11134427" cy="2133600"/>
          </a:xfrm>
        </p:grpSpPr>
        <p:cxnSp>
          <p:nvCxnSpPr>
            <p:cNvPr id="212" name="直接连接符 57"/>
            <p:cNvCxnSpPr/>
            <p:nvPr/>
          </p:nvCxnSpPr>
          <p:spPr>
            <a:xfrm flipH="true">
              <a:off x="3010201" y="3171825"/>
              <a:ext cx="275931" cy="371475"/>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3" name="直接连接符 58"/>
            <p:cNvCxnSpPr/>
            <p:nvPr/>
          </p:nvCxnSpPr>
          <p:spPr>
            <a:xfrm>
              <a:off x="9296402" y="3171225"/>
              <a:ext cx="266400" cy="38160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4" name="直接连接符 59"/>
            <p:cNvCxnSpPr/>
            <p:nvPr/>
          </p:nvCxnSpPr>
          <p:spPr>
            <a:xfrm>
              <a:off x="3276600" y="3171825"/>
              <a:ext cx="2305050" cy="0"/>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5" name="直接连接符 60"/>
            <p:cNvCxnSpPr/>
            <p:nvPr/>
          </p:nvCxnSpPr>
          <p:spPr>
            <a:xfrm>
              <a:off x="6991352" y="3171225"/>
              <a:ext cx="2305050"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6" name="直接连接符 61"/>
            <p:cNvCxnSpPr/>
            <p:nvPr/>
          </p:nvCxnSpPr>
          <p:spPr>
            <a:xfrm>
              <a:off x="5581650" y="2095500"/>
              <a:ext cx="0" cy="1114425"/>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7" name="直接连接符 62"/>
            <p:cNvCxnSpPr/>
            <p:nvPr/>
          </p:nvCxnSpPr>
          <p:spPr>
            <a:xfrm>
              <a:off x="6962777" y="2085975"/>
              <a:ext cx="0" cy="1114425"/>
            </a:xfrm>
            <a:prstGeom prst="line">
              <a:avLst/>
            </a:prstGeom>
            <a:ln w="349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8" name="直接连接符 63"/>
            <p:cNvCxnSpPr/>
            <p:nvPr/>
          </p:nvCxnSpPr>
          <p:spPr>
            <a:xfrm flipH="true">
              <a:off x="6962777" y="1752600"/>
              <a:ext cx="123823" cy="39945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9" name="直接连接符 64"/>
            <p:cNvCxnSpPr/>
            <p:nvPr/>
          </p:nvCxnSpPr>
          <p:spPr>
            <a:xfrm>
              <a:off x="5457828" y="1752600"/>
              <a:ext cx="123822" cy="39945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0" name="直接连接符 65"/>
            <p:cNvCxnSpPr/>
            <p:nvPr/>
          </p:nvCxnSpPr>
          <p:spPr>
            <a:xfrm>
              <a:off x="5457828" y="1752600"/>
              <a:ext cx="380997"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1" name="直接连接符 66"/>
            <p:cNvCxnSpPr/>
            <p:nvPr/>
          </p:nvCxnSpPr>
          <p:spPr>
            <a:xfrm>
              <a:off x="6734180" y="1752600"/>
              <a:ext cx="380997" cy="0"/>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2" name="直接连接符 67"/>
            <p:cNvCxnSpPr/>
            <p:nvPr/>
          </p:nvCxnSpPr>
          <p:spPr>
            <a:xfrm flipV="true">
              <a:off x="5909620" y="1419228"/>
              <a:ext cx="386837" cy="333373"/>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3" name="直接连接符 68"/>
            <p:cNvCxnSpPr/>
            <p:nvPr/>
          </p:nvCxnSpPr>
          <p:spPr>
            <a:xfrm>
              <a:off x="6276544" y="1419225"/>
              <a:ext cx="429060" cy="333373"/>
            </a:xfrm>
            <a:prstGeom prst="line">
              <a:avLst/>
            </a:prstGeom>
            <a:ln w="34925" cap="rnd">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4" name="直接连接符 69"/>
            <p:cNvCxnSpPr/>
            <p:nvPr/>
          </p:nvCxnSpPr>
          <p:spPr>
            <a:xfrm>
              <a:off x="714375" y="3542008"/>
              <a:ext cx="2305052" cy="0"/>
            </a:xfrm>
            <a:prstGeom prst="line">
              <a:avLst/>
            </a:prstGeom>
            <a:ln w="34925">
              <a:gradFill>
                <a:gsLst>
                  <a:gs pos="0">
                    <a:srgbClr val="850063"/>
                  </a:gs>
                  <a:gs pos="100000">
                    <a:srgbClr val="850063">
                      <a:alpha val="0"/>
                    </a:srgbClr>
                  </a:gs>
                </a:gsLst>
                <a:lin ang="10800000" scaled="false"/>
              </a:gradFill>
            </a:ln>
          </p:spPr>
          <p:style>
            <a:lnRef idx="1">
              <a:schemeClr val="accent1"/>
            </a:lnRef>
            <a:fillRef idx="0">
              <a:schemeClr val="accent1"/>
            </a:fillRef>
            <a:effectRef idx="0">
              <a:schemeClr val="accent1"/>
            </a:effectRef>
            <a:fontRef idx="minor">
              <a:schemeClr val="tx1"/>
            </a:fontRef>
          </p:style>
        </p:cxnSp>
        <p:cxnSp>
          <p:nvCxnSpPr>
            <p:cNvPr id="225" name="直接连接符 70"/>
            <p:cNvCxnSpPr/>
            <p:nvPr/>
          </p:nvCxnSpPr>
          <p:spPr>
            <a:xfrm>
              <a:off x="9543752" y="3543300"/>
              <a:ext cx="2305050" cy="0"/>
            </a:xfrm>
            <a:prstGeom prst="line">
              <a:avLst/>
            </a:prstGeom>
            <a:ln w="34925">
              <a:gradFill>
                <a:gsLst>
                  <a:gs pos="0">
                    <a:srgbClr val="850063"/>
                  </a:gs>
                  <a:gs pos="100000">
                    <a:srgbClr val="850063">
                      <a:alpha val="0"/>
                    </a:srgbClr>
                  </a:gs>
                </a:gsLst>
                <a:lin ang="0" scaled="false"/>
              </a:gradFill>
            </a:ln>
          </p:spPr>
          <p:style>
            <a:lnRef idx="1">
              <a:schemeClr val="accent1"/>
            </a:lnRef>
            <a:fillRef idx="0">
              <a:schemeClr val="accent1"/>
            </a:fillRef>
            <a:effectRef idx="0">
              <a:schemeClr val="accent1"/>
            </a:effectRef>
            <a:fontRef idx="minor">
              <a:schemeClr val="tx1"/>
            </a:fontRef>
          </p:style>
        </p:cxnSp>
      </p:grpSp>
      <p:sp>
        <p:nvSpPr>
          <p:cNvPr id="226" name="标题 6"/>
          <p:cNvSpPr>
            <a:spLocks noGrp="true"/>
          </p:cNvSpPr>
          <p:nvPr>
            <p:ph type="title" hasCustomPrompt="true"/>
          </p:nvPr>
        </p:nvSpPr>
        <p:spPr>
          <a:xfrm>
            <a:off x="960871" y="2501659"/>
            <a:ext cx="6139868" cy="1015324"/>
          </a:xfrm>
          <a:prstGeom prst="rect">
            <a:avLst/>
          </a:prstGeom>
        </p:spPr>
        <p:txBody>
          <a:bodyPr anchor="ctr">
            <a:noAutofit/>
          </a:bodyPr>
          <a:lstStyle>
            <a:lvl1pPr marL="0" algn="l" defTabSz="914400" rtl="false" eaLnBrk="true" latinLnBrk="false" hangingPunct="true">
              <a:defRPr lang="zh-CN" altLang="en-US" sz="5400" b="true" kern="1200" spc="600" dirty="false">
                <a:solidFill>
                  <a:srgbClr val="850063"/>
                </a:solidFill>
                <a:effectLst/>
                <a:latin typeface="思源黑体 CN Bold" panose="020B0800000000000000" pitchFamily="34" charset="-122"/>
                <a:ea typeface="思源黑体 CN Bold" panose="020B0800000000000000" pitchFamily="34" charset="-122"/>
                <a:cs typeface="+mn-cs"/>
              </a:defRPr>
            </a:lvl1pPr>
          </a:lstStyle>
          <a:p>
            <a:pPr/>
            <a:r>
              <a:rPr lang="zh-CN" altLang="en-US" dirty="false"/>
              <a:t>谢谢。</a:t>
            </a:r>
            <a:endParaRPr lang="zh-CN" altLang="en-US" dirty="false"/>
          </a:p>
        </p:txBody>
      </p:sp>
      <p:sp>
        <p:nvSpPr>
          <p:cNvPr id="227" name="文本占位符 11"/>
          <p:cNvSpPr>
            <a:spLocks noGrp="true"/>
          </p:cNvSpPr>
          <p:nvPr>
            <p:ph type="body" sz="quarter" idx="13" hasCustomPrompt="true"/>
          </p:nvPr>
        </p:nvSpPr>
        <p:spPr>
          <a:xfrm>
            <a:off x="960870" y="3558904"/>
            <a:ext cx="2955810" cy="424732"/>
          </a:xfrm>
          <a:prstGeom prst="rect">
            <a:avLst/>
          </a:prstGeom>
          <a:noFill/>
        </p:spPr>
        <p:txBody>
          <a:bodyPr wrap="square" rtlCol="false">
            <a:spAutoFit/>
          </a:bodyPr>
          <a:lstStyle>
            <a:lvl1pPr marL="0" indent="0" algn="l">
              <a:buNone/>
              <a:defRPr lang="zh-CN" altLang="en-US" sz="2400" spc="300" dirty="false">
                <a:solidFill>
                  <a:schemeClr val="tx1">
                    <a:lumMod val="50000"/>
                    <a:lumOff val="50000"/>
                  </a:schemeClr>
                </a:solidFill>
                <a:effectLst>
                  <a:outerShdw blurRad="38100" dist="38100" dir="2700000" algn="tl">
                    <a:srgbClr val="000000">
                      <a:alpha val="43137"/>
                    </a:srgbClr>
                  </a:outerShdw>
                </a:effectLst>
              </a:defRPr>
            </a:lvl1pPr>
          </a:lstStyle>
          <a:p>
            <a:pPr marL="0" lvl="0" algn="dist"/>
            <a:r>
              <a:rPr lang="en-US" altLang="zh-CN" dirty="false"/>
              <a:t>THANK YOU.</a:t>
            </a:r>
            <a:endParaRPr lang="zh-CN" altLang="en-US" dirty="false"/>
          </a:p>
        </p:txBody>
      </p:sp>
      <p:grpSp>
        <p:nvGrpSpPr>
          <p:cNvPr id="228" name="组合 3"/>
          <p:cNvGrpSpPr/>
          <p:nvPr userDrawn="true"/>
        </p:nvGrpSpPr>
        <p:grpSpPr>
          <a:xfrm>
            <a:off x="902870" y="4135001"/>
            <a:ext cx="3813175" cy="170324"/>
            <a:chOff x="4399588" y="4016383"/>
            <a:chExt cx="3352852" cy="86344"/>
          </a:xfrm>
        </p:grpSpPr>
        <p:sp>
          <p:nvSpPr>
            <p:cNvPr id="229" name="矩形 24"/>
            <p:cNvSpPr/>
            <p:nvPr userDrawn="true"/>
          </p:nvSpPr>
          <p:spPr>
            <a:xfrm>
              <a:off x="4437740" y="4037958"/>
              <a:ext cx="3314700" cy="45719"/>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pic>
          <p:nvPicPr>
            <p:cNvPr id="230" name="图片 2"/>
            <p:cNvPicPr>
              <a:picLocks noChangeAspect="true"/>
            </p:cNvPicPr>
            <p:nvPr userDrawn="true"/>
          </p:nvPicPr>
          <p:blipFill>
            <a:blip r:embed="rId4"/>
            <a:stretch>
              <a:fillRect/>
            </a:stretch>
          </p:blipFill>
          <p:spPr>
            <a:xfrm>
              <a:off x="4399588" y="4016383"/>
              <a:ext cx="3315600" cy="86344"/>
            </a:xfrm>
            <a:prstGeom prst="rect">
              <a:avLst/>
            </a:prstGeom>
          </p:spPr>
        </p:pic>
      </p:grpSp>
      <p:sp>
        <p:nvSpPr>
          <p:cNvPr id="231" name="标题 6"/>
          <p:cNvSpPr txBox="true"/>
          <p:nvPr userDrawn="true"/>
        </p:nvSpPr>
        <p:spPr>
          <a:xfrm>
            <a:off x="973395" y="4409090"/>
            <a:ext cx="6139868" cy="453477"/>
          </a:xfrm>
          <a:prstGeom prst="rect">
            <a:avLst/>
          </a:prstGeom>
        </p:spPr>
        <p:txBody>
          <a:bodyPr vert="horz" lIns="91440" tIns="45720" rIns="91440" bIns="45720" rtlCol="false" anchor="ctr">
            <a:noAutofit/>
          </a:bodyPr>
          <a:lstStyle>
            <a:lvl1pPr marL="0" algn="l" defTabSz="914400" rtl="false" eaLnBrk="true" latinLnBrk="false" hangingPunct="true">
              <a:lnSpc>
                <a:spcPct val="90000"/>
              </a:lnSpc>
              <a:spcBef>
                <a:spcPct val="1"/>
              </a:spcBef>
              <a:buNone/>
              <a:defRPr lang="zh-CN" altLang="en-US" sz="5400" b="true" kern="1200" spc="600" dirty="false">
                <a:solidFill>
                  <a:srgbClr val="850063"/>
                </a:solidFill>
                <a:effectLst/>
                <a:latin typeface="+mn-ea"/>
                <a:ea typeface="+mn-ea"/>
                <a:cs typeface="+mn-cs"/>
              </a:defRPr>
            </a:lvl1pPr>
          </a:lstStyle>
          <a:p>
            <a:pPr/>
            <a:endParaRPr lang="zh-CN" altLang="en-US" sz="2000" dirty="false"/>
          </a:p>
        </p:txBody>
      </p:sp>
      <p:sp>
        <p:nvSpPr>
          <p:cNvPr id="232" name="文本占位符 4"/>
          <p:cNvSpPr>
            <a:spLocks noGrp="true"/>
          </p:cNvSpPr>
          <p:nvPr>
            <p:ph type="body" sz="quarter" idx="15" hasCustomPrompt="true"/>
          </p:nvPr>
        </p:nvSpPr>
        <p:spPr>
          <a:xfrm>
            <a:off x="960437" y="4402138"/>
            <a:ext cx="6139867" cy="278089"/>
          </a:xfrm>
          <a:prstGeom prst="rect">
            <a:avLst/>
          </a:prstGeom>
        </p:spPr>
        <p:txBody>
          <a:bodyPr>
            <a:normAutofit/>
          </a:bodyPr>
          <a:lstStyle>
            <a:lvl1pPr marL="0" indent="0">
              <a:buNone/>
              <a:defRPr lang="zh-CN" altLang="en-US" sz="1600" b="false" kern="1200" spc="600" dirty="false">
                <a:solidFill>
                  <a:schemeClr val="accent1"/>
                </a:solidFill>
                <a:effectLst/>
                <a:latin typeface="思源黑体 CN Normal" panose="020B0400000000000000" pitchFamily="34" charset="-122"/>
                <a:ea typeface="思源黑体 CN Normal" panose="020B0400000000000000" pitchFamily="34" charset="-122"/>
                <a:cs typeface="+mn-cs"/>
              </a:defRPr>
            </a:lvl1pPr>
          </a:lstStyle>
          <a:p>
            <a:pPr lvl="0"/>
            <a:r>
              <a:rPr lang="zh-CN" altLang="en-US" dirty="false"/>
              <a:t>在这里填写标题</a:t>
            </a:r>
            <a:endParaRPr lang="zh-CN" altLang="en-US" dirty="false"/>
          </a:p>
        </p:txBody>
      </p:sp>
      <p:sp>
        <p:nvSpPr>
          <p:cNvPr id="233" name="文本占位符 7"/>
          <p:cNvSpPr>
            <a:spLocks noGrp="true"/>
          </p:cNvSpPr>
          <p:nvPr>
            <p:ph type="body" sz="quarter" idx="16" hasCustomPrompt="true"/>
          </p:nvPr>
        </p:nvSpPr>
        <p:spPr>
          <a:xfrm>
            <a:off x="960438" y="4679950"/>
            <a:ext cx="3813175" cy="331788"/>
          </a:xfrm>
          <a:prstGeom prst="rect">
            <a:avLst/>
          </a:prstGeom>
        </p:spPr>
        <p:txBody>
          <a:bodyPr>
            <a:normAutofit/>
          </a:bodyPr>
          <a:lstStyle>
            <a:lvl1pPr marL="0" indent="0">
              <a:buNone/>
              <a:defRPr lang="zh-CN" altLang="en-US" sz="1600" b="false" i="false" kern="1200" spc="600" dirty="false">
                <a:solidFill>
                  <a:schemeClr val="tx1">
                    <a:lumMod val="50000"/>
                    <a:lumOff val="50000"/>
                  </a:schemeClr>
                </a:solidFill>
                <a:effectLst/>
                <a:latin typeface="思源黑体 CN Normal" panose="020B0400000000000000" pitchFamily="34" charset="-122"/>
                <a:ea typeface="思源黑体 CN Normal" panose="020B0400000000000000" pitchFamily="34" charset="-122"/>
                <a:cs typeface="+mn-cs"/>
              </a:defRPr>
            </a:lvl1pPr>
          </a:lstStyle>
          <a:p>
            <a:pPr lvl="0"/>
            <a:r>
              <a:rPr lang="zh-CN" altLang="en-US" dirty="false"/>
              <a:t>南京大学</a:t>
            </a:r>
            <a:r>
              <a:rPr lang="en-US" altLang="zh-CN" dirty="false"/>
              <a:t>XX</a:t>
            </a:r>
            <a:r>
              <a:rPr lang="zh-CN" altLang="en-US" dirty="false"/>
              <a:t>学院  姓名</a:t>
            </a:r>
            <a:endParaRPr lang="zh-CN" altLang="en-US" dirty="false"/>
          </a:p>
        </p:txBody>
      </p:sp>
      <p:sp>
        <p:nvSpPr>
          <p:cNvPr id="234" name="日期占位符 1050"/>
          <p:cNvSpPr txBox="true"/>
          <p:nvPr userDrawn="true"/>
        </p:nvSpPr>
        <p:spPr>
          <a:xfrm>
            <a:off x="973395" y="5165661"/>
            <a:ext cx="1542497" cy="365125"/>
          </a:xfrm>
          <a:prstGeom prst="rect">
            <a:avLst/>
          </a:prstGeom>
        </p:spPr>
        <p:txBody>
          <a:bodyPr vert="horz" lIns="91440" tIns="45720" rIns="91440" bIns="45720" rtlCol="false" anchor="ctr"/>
          <a:lstStyle>
            <a:defPPr>
              <a:defRPr lang="zh-CN"/>
            </a:defPPr>
            <a:lvl1pPr marL="0" algn="l" defTabSz="914400" rtl="false" eaLnBrk="true" latinLnBrk="false" hangingPunct="true">
              <a:defRPr sz="1200" kern="1200">
                <a:solidFill>
                  <a:schemeClr val="tx1">
                    <a:tint val="75000"/>
                  </a:schemeClr>
                </a:solidFill>
                <a:latin typeface="+mn-lt"/>
                <a:ea typeface="+mn-ea"/>
                <a:cs typeface="+mn-cs"/>
              </a:defRPr>
            </a:lvl1pPr>
            <a:lvl2pPr marL="457200" algn="l" defTabSz="914400" rtl="false" eaLnBrk="true" latinLnBrk="false" hangingPunct="true">
              <a:defRPr sz="1800" kern="1200">
                <a:solidFill>
                  <a:schemeClr val="tx1"/>
                </a:solidFill>
                <a:latin typeface="+mn-lt"/>
                <a:ea typeface="+mn-ea"/>
                <a:cs typeface="+mn-cs"/>
              </a:defRPr>
            </a:lvl2pPr>
            <a:lvl3pPr marL="914400" algn="l" defTabSz="914400" rtl="false" eaLnBrk="true" latinLnBrk="false" hangingPunct="true">
              <a:defRPr sz="1800" kern="1200">
                <a:solidFill>
                  <a:schemeClr val="tx1"/>
                </a:solidFill>
                <a:latin typeface="+mn-lt"/>
                <a:ea typeface="+mn-ea"/>
                <a:cs typeface="+mn-cs"/>
              </a:defRPr>
            </a:lvl3pPr>
            <a:lvl4pPr marL="1371600" algn="l" defTabSz="914400" rtl="false" eaLnBrk="true" latinLnBrk="false" hangingPunct="true">
              <a:defRPr sz="1800" kern="1200">
                <a:solidFill>
                  <a:schemeClr val="tx1"/>
                </a:solidFill>
                <a:latin typeface="+mn-lt"/>
                <a:ea typeface="+mn-ea"/>
                <a:cs typeface="+mn-cs"/>
              </a:defRPr>
            </a:lvl4pPr>
            <a:lvl5pPr marL="1828800" algn="l" defTabSz="914400" rtl="false" eaLnBrk="true" latinLnBrk="false" hangingPunct="true">
              <a:defRPr sz="1800" kern="1200">
                <a:solidFill>
                  <a:schemeClr val="tx1"/>
                </a:solidFill>
                <a:latin typeface="+mn-lt"/>
                <a:ea typeface="+mn-ea"/>
                <a:cs typeface="+mn-cs"/>
              </a:defRPr>
            </a:lvl5pPr>
            <a:lvl6pPr marL="2286000" algn="l" defTabSz="914400" rtl="false" eaLnBrk="true" latinLnBrk="false" hangingPunct="true">
              <a:defRPr sz="1800" kern="1200">
                <a:solidFill>
                  <a:schemeClr val="tx1"/>
                </a:solidFill>
                <a:latin typeface="+mn-lt"/>
                <a:ea typeface="+mn-ea"/>
                <a:cs typeface="+mn-cs"/>
              </a:defRPr>
            </a:lvl6pPr>
            <a:lvl7pPr marL="2743200" algn="l" defTabSz="914400" rtl="false" eaLnBrk="true" latinLnBrk="false" hangingPunct="true">
              <a:defRPr sz="1800" kern="1200">
                <a:solidFill>
                  <a:schemeClr val="tx1"/>
                </a:solidFill>
                <a:latin typeface="+mn-lt"/>
                <a:ea typeface="+mn-ea"/>
                <a:cs typeface="+mn-cs"/>
              </a:defRPr>
            </a:lvl7pPr>
            <a:lvl8pPr marL="3200400" algn="l" defTabSz="914400" rtl="false" eaLnBrk="true" latinLnBrk="false" hangingPunct="true">
              <a:defRPr sz="1800" kern="1200">
                <a:solidFill>
                  <a:schemeClr val="tx1"/>
                </a:solidFill>
                <a:latin typeface="+mn-lt"/>
                <a:ea typeface="+mn-ea"/>
                <a:cs typeface="+mn-cs"/>
              </a:defRPr>
            </a:lvl8pPr>
            <a:lvl9pPr marL="3657600" algn="l" defTabSz="914400" rtl="false" eaLnBrk="true" latinLnBrk="false" hangingPunct="true">
              <a:defRPr sz="1800" kern="1200">
                <a:solidFill>
                  <a:schemeClr val="tx1"/>
                </a:solidFill>
                <a:latin typeface="+mn-lt"/>
                <a:ea typeface="+mn-ea"/>
                <a:cs typeface="+mn-cs"/>
              </a:defRPr>
            </a:lvl9pPr>
          </a:lstStyle>
          <a:p>
            <a:pPr algn="dist"/>
            <a:fld id="{42D7D00D-E433-4875-A481-385606666357}" type="datetime2">
              <a:rPr/>
              <a:t/>
            </a:fld>
            <a:endParaRPr lang="zh-CN" altLang="en-US" b="false" dirty="false">
              <a:solidFill>
                <a:srgbClr val="850063"/>
              </a:solidFill>
              <a:latin typeface="思源黑体 CN Normal" panose="020B0400000000000000" pitchFamily="34" charset="-122"/>
              <a:ea typeface="思源黑体 CN Normal" panose="020B0400000000000000" pitchFamily="34" charset="-122"/>
            </a:endParaRPr>
          </a:p>
        </p:txBody>
      </p:sp>
      <p:sp>
        <p:nvSpPr>
          <p:cNvPr id="235" name="平行四边形 194"/>
          <p:cNvSpPr/>
          <p:nvPr userDrawn="true"/>
        </p:nvSpPr>
        <p:spPr>
          <a:xfrm rot="10800000" flipH="true">
            <a:off x="36297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36" name="平行四边形 195"/>
          <p:cNvSpPr/>
          <p:nvPr userDrawn="true"/>
        </p:nvSpPr>
        <p:spPr>
          <a:xfrm rot="10800000" flipH="true">
            <a:off x="83158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37" name="平行四边形 196"/>
          <p:cNvSpPr/>
          <p:nvPr userDrawn="true"/>
        </p:nvSpPr>
        <p:spPr>
          <a:xfrm rot="10800000" flipH="true">
            <a:off x="130019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38" name="平行四边形 197"/>
          <p:cNvSpPr/>
          <p:nvPr userDrawn="true"/>
        </p:nvSpPr>
        <p:spPr>
          <a:xfrm rot="10800000" flipH="true">
            <a:off x="176880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39" name="平行四边形 198"/>
          <p:cNvSpPr/>
          <p:nvPr userDrawn="true"/>
        </p:nvSpPr>
        <p:spPr>
          <a:xfrm rot="10800000" flipH="true">
            <a:off x="223741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0" name="平行四边形 199"/>
          <p:cNvSpPr/>
          <p:nvPr userDrawn="true"/>
        </p:nvSpPr>
        <p:spPr>
          <a:xfrm rot="10800000" flipH="true">
            <a:off x="270602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1" name="平行四边形 200"/>
          <p:cNvSpPr/>
          <p:nvPr userDrawn="true"/>
        </p:nvSpPr>
        <p:spPr>
          <a:xfrm rot="10800000" flipH="true">
            <a:off x="317463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2" name="平行四边形 201"/>
          <p:cNvSpPr/>
          <p:nvPr userDrawn="true"/>
        </p:nvSpPr>
        <p:spPr>
          <a:xfrm rot="10800000" flipH="true">
            <a:off x="364324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3" name="平行四边形 202"/>
          <p:cNvSpPr/>
          <p:nvPr userDrawn="true"/>
        </p:nvSpPr>
        <p:spPr>
          <a:xfrm rot="10800000" flipH="true">
            <a:off x="411185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4" name="平行四边形 203"/>
          <p:cNvSpPr/>
          <p:nvPr userDrawn="true"/>
        </p:nvSpPr>
        <p:spPr>
          <a:xfrm rot="10800000" flipH="true">
            <a:off x="458046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5" name="平行四边形 204"/>
          <p:cNvSpPr/>
          <p:nvPr userDrawn="true"/>
        </p:nvSpPr>
        <p:spPr>
          <a:xfrm rot="10800000" flipH="true">
            <a:off x="504907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6" name="平行四边形 205"/>
          <p:cNvSpPr/>
          <p:nvPr userDrawn="true"/>
        </p:nvSpPr>
        <p:spPr>
          <a:xfrm rot="10800000" flipH="true">
            <a:off x="551768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7" name="平行四边形 206"/>
          <p:cNvSpPr/>
          <p:nvPr userDrawn="true"/>
        </p:nvSpPr>
        <p:spPr>
          <a:xfrm rot="10800000" flipH="true">
            <a:off x="598629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8" name="平行四边形 207"/>
          <p:cNvSpPr/>
          <p:nvPr userDrawn="true"/>
        </p:nvSpPr>
        <p:spPr>
          <a:xfrm rot="10800000" flipH="true">
            <a:off x="645490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49" name="平行四边形 208"/>
          <p:cNvSpPr/>
          <p:nvPr userDrawn="true"/>
        </p:nvSpPr>
        <p:spPr>
          <a:xfrm rot="10800000" flipH="true">
            <a:off x="692351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0" name="平行四边形 209"/>
          <p:cNvSpPr/>
          <p:nvPr userDrawn="true"/>
        </p:nvSpPr>
        <p:spPr>
          <a:xfrm rot="10800000" flipH="true">
            <a:off x="739212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1" name="平行四边形 210"/>
          <p:cNvSpPr/>
          <p:nvPr userDrawn="true"/>
        </p:nvSpPr>
        <p:spPr>
          <a:xfrm rot="10800000" flipH="true">
            <a:off x="786073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2" name="平行四边形 211"/>
          <p:cNvSpPr/>
          <p:nvPr userDrawn="true"/>
        </p:nvSpPr>
        <p:spPr>
          <a:xfrm rot="10800000" flipH="true">
            <a:off x="832934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3" name="平行四边形 212"/>
          <p:cNvSpPr/>
          <p:nvPr userDrawn="true"/>
        </p:nvSpPr>
        <p:spPr>
          <a:xfrm rot="10800000" flipH="true">
            <a:off x="879795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4" name="平行四边形 213"/>
          <p:cNvSpPr/>
          <p:nvPr userDrawn="true"/>
        </p:nvSpPr>
        <p:spPr>
          <a:xfrm rot="10800000" flipH="true">
            <a:off x="926656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5" name="平行四边形 214"/>
          <p:cNvSpPr/>
          <p:nvPr userDrawn="true"/>
        </p:nvSpPr>
        <p:spPr>
          <a:xfrm rot="10800000" flipH="true">
            <a:off x="9735172" y="635519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6" name="平行四边形 215"/>
          <p:cNvSpPr/>
          <p:nvPr userDrawn="true"/>
        </p:nvSpPr>
        <p:spPr>
          <a:xfrm rot="10800000" flipH="true">
            <a:off x="10203782" y="635519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7" name="平行四边形 216"/>
          <p:cNvSpPr/>
          <p:nvPr userDrawn="true"/>
        </p:nvSpPr>
        <p:spPr>
          <a:xfrm rot="10800000" flipH="true">
            <a:off x="10691956" y="634377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8" name="平行四边形 217"/>
          <p:cNvSpPr/>
          <p:nvPr userDrawn="true"/>
        </p:nvSpPr>
        <p:spPr>
          <a:xfrm rot="10800000" flipH="true">
            <a:off x="-490446" y="6342970"/>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59" name="平行四边形 218"/>
          <p:cNvSpPr/>
          <p:nvPr userDrawn="true"/>
        </p:nvSpPr>
        <p:spPr>
          <a:xfrm rot="10800000" flipH="true">
            <a:off x="-21836" y="6342970"/>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0" name="平行四边形 219"/>
          <p:cNvSpPr/>
          <p:nvPr userDrawn="true"/>
        </p:nvSpPr>
        <p:spPr>
          <a:xfrm rot="10800000" flipH="true">
            <a:off x="11122757" y="6325855"/>
            <a:ext cx="988980" cy="710588"/>
          </a:xfrm>
          <a:prstGeom prst="parallelogram">
            <a:avLst>
              <a:gd name="adj" fmla="val 98322"/>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1" name="平行四边形 220"/>
          <p:cNvSpPr/>
          <p:nvPr userDrawn="true"/>
        </p:nvSpPr>
        <p:spPr>
          <a:xfrm>
            <a:off x="11355067" y="-169170"/>
            <a:ext cx="1856102" cy="1224334"/>
          </a:xfrm>
          <a:prstGeom prst="parallelogram">
            <a:avLst>
              <a:gd name="adj" fmla="val 98322"/>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2" name="平行四边形 221"/>
          <p:cNvSpPr/>
          <p:nvPr userDrawn="true"/>
        </p:nvSpPr>
        <p:spPr>
          <a:xfrm flipH="true">
            <a:off x="11507273" y="6009680"/>
            <a:ext cx="1615788" cy="1059625"/>
          </a:xfrm>
          <a:prstGeom prst="parallelogram">
            <a:avLst>
              <a:gd name="adj" fmla="val 98322"/>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3" name="平行四边形 113"/>
          <p:cNvSpPr/>
          <p:nvPr userDrawn="true"/>
        </p:nvSpPr>
        <p:spPr>
          <a:xfrm>
            <a:off x="58550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4" name="平行四边形 114"/>
          <p:cNvSpPr/>
          <p:nvPr userDrawn="true"/>
        </p:nvSpPr>
        <p:spPr>
          <a:xfrm>
            <a:off x="105411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5" name="平行四边形 115"/>
          <p:cNvSpPr/>
          <p:nvPr userDrawn="true"/>
        </p:nvSpPr>
        <p:spPr>
          <a:xfrm>
            <a:off x="152272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6" name="平行四边形 116"/>
          <p:cNvSpPr/>
          <p:nvPr userDrawn="true"/>
        </p:nvSpPr>
        <p:spPr>
          <a:xfrm>
            <a:off x="199133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7" name="平行四边形 117"/>
          <p:cNvSpPr/>
          <p:nvPr userDrawn="true"/>
        </p:nvSpPr>
        <p:spPr>
          <a:xfrm>
            <a:off x="245994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8" name="平行四边形 118"/>
          <p:cNvSpPr/>
          <p:nvPr userDrawn="true"/>
        </p:nvSpPr>
        <p:spPr>
          <a:xfrm>
            <a:off x="292855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69" name="平行四边形 119"/>
          <p:cNvSpPr/>
          <p:nvPr userDrawn="true"/>
        </p:nvSpPr>
        <p:spPr>
          <a:xfrm>
            <a:off x="339716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0" name="平行四边形 120"/>
          <p:cNvSpPr/>
          <p:nvPr userDrawn="true"/>
        </p:nvSpPr>
        <p:spPr>
          <a:xfrm>
            <a:off x="386577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1" name="平行四边形 121"/>
          <p:cNvSpPr/>
          <p:nvPr userDrawn="true"/>
        </p:nvSpPr>
        <p:spPr>
          <a:xfrm>
            <a:off x="433438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2" name="平行四边形 122"/>
          <p:cNvSpPr/>
          <p:nvPr userDrawn="true"/>
        </p:nvSpPr>
        <p:spPr>
          <a:xfrm>
            <a:off x="480299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3" name="平行四边形 123"/>
          <p:cNvSpPr/>
          <p:nvPr userDrawn="true"/>
        </p:nvSpPr>
        <p:spPr>
          <a:xfrm>
            <a:off x="527160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4" name="平行四边形 124"/>
          <p:cNvSpPr/>
          <p:nvPr userDrawn="true"/>
        </p:nvSpPr>
        <p:spPr>
          <a:xfrm>
            <a:off x="574021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5" name="平行四边形 125"/>
          <p:cNvSpPr/>
          <p:nvPr userDrawn="true"/>
        </p:nvSpPr>
        <p:spPr>
          <a:xfrm>
            <a:off x="620882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6" name="平行四边形 126"/>
          <p:cNvSpPr/>
          <p:nvPr userDrawn="true"/>
        </p:nvSpPr>
        <p:spPr>
          <a:xfrm>
            <a:off x="667743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7" name="平行四边形 127"/>
          <p:cNvSpPr/>
          <p:nvPr userDrawn="true"/>
        </p:nvSpPr>
        <p:spPr>
          <a:xfrm>
            <a:off x="714604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8" name="平行四边形 128"/>
          <p:cNvSpPr/>
          <p:nvPr userDrawn="true"/>
        </p:nvSpPr>
        <p:spPr>
          <a:xfrm>
            <a:off x="761465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79" name="平行四边形 129"/>
          <p:cNvSpPr/>
          <p:nvPr userDrawn="true"/>
        </p:nvSpPr>
        <p:spPr>
          <a:xfrm>
            <a:off x="808326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0" name="平行四边形 130"/>
          <p:cNvSpPr/>
          <p:nvPr userDrawn="true"/>
        </p:nvSpPr>
        <p:spPr>
          <a:xfrm>
            <a:off x="855187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1" name="平行四边形 131"/>
          <p:cNvSpPr/>
          <p:nvPr userDrawn="true"/>
        </p:nvSpPr>
        <p:spPr>
          <a:xfrm>
            <a:off x="902048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2" name="平行四边形 132"/>
          <p:cNvSpPr/>
          <p:nvPr userDrawn="true"/>
        </p:nvSpPr>
        <p:spPr>
          <a:xfrm>
            <a:off x="9489090" y="-36855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3" name="平行四边形 133"/>
          <p:cNvSpPr/>
          <p:nvPr userDrawn="true"/>
        </p:nvSpPr>
        <p:spPr>
          <a:xfrm>
            <a:off x="9957700"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4" name="平行四边形 134"/>
          <p:cNvSpPr/>
          <p:nvPr userDrawn="true"/>
        </p:nvSpPr>
        <p:spPr>
          <a:xfrm>
            <a:off x="10426310" y="-368558"/>
            <a:ext cx="837869" cy="611238"/>
          </a:xfrm>
          <a:prstGeom prst="parallelogram">
            <a:avLst>
              <a:gd name="adj" fmla="val 103724"/>
            </a:avLst>
          </a:prstGeom>
          <a:solidFill>
            <a:srgbClr val="99097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5" name="平行四边形 135"/>
          <p:cNvSpPr/>
          <p:nvPr userDrawn="true"/>
        </p:nvSpPr>
        <p:spPr>
          <a:xfrm>
            <a:off x="10932244" y="-36855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6" name="平行四边形 136"/>
          <p:cNvSpPr/>
          <p:nvPr userDrawn="true"/>
        </p:nvSpPr>
        <p:spPr>
          <a:xfrm>
            <a:off x="-267918" y="-380778"/>
            <a:ext cx="837869" cy="611238"/>
          </a:xfrm>
          <a:prstGeom prst="parallelogram">
            <a:avLst>
              <a:gd name="adj" fmla="val 103724"/>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7" name="平行四边形 137"/>
          <p:cNvSpPr/>
          <p:nvPr userDrawn="true"/>
        </p:nvSpPr>
        <p:spPr>
          <a:xfrm>
            <a:off x="200692" y="-380778"/>
            <a:ext cx="837869" cy="611238"/>
          </a:xfrm>
          <a:prstGeom prst="parallelogram">
            <a:avLst>
              <a:gd name="adj" fmla="val 103724"/>
            </a:avLst>
          </a:prstGeom>
          <a:solidFill>
            <a:srgbClr val="99097D">
              <a:alpha val="7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8" name="平行四边形 138"/>
          <p:cNvSpPr/>
          <p:nvPr userDrawn="true"/>
        </p:nvSpPr>
        <p:spPr>
          <a:xfrm>
            <a:off x="11122757" y="-160212"/>
            <a:ext cx="988980" cy="710588"/>
          </a:xfrm>
          <a:prstGeom prst="parallelogram">
            <a:avLst>
              <a:gd name="adj" fmla="val 98322"/>
            </a:avLst>
          </a:prstGeom>
          <a:solidFill>
            <a:schemeClr val="bg1">
              <a:alpha val="7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89" name="矩形 139"/>
          <p:cNvSpPr/>
          <p:nvPr userDrawn="true"/>
        </p:nvSpPr>
        <p:spPr>
          <a:xfrm>
            <a:off x="-3174" y="237498"/>
            <a:ext cx="10879187" cy="265426"/>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90" name="等腰三角形 140"/>
          <p:cNvSpPr/>
          <p:nvPr userDrawn="true"/>
        </p:nvSpPr>
        <p:spPr>
          <a:xfrm rot="5400000" flipH="true">
            <a:off x="10878985" y="234398"/>
            <a:ext cx="269445" cy="267605"/>
          </a:xfrm>
          <a:prstGeom prst="triangle">
            <a:avLst>
              <a:gd name="adj" fmla="val 100000"/>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Layout>
</file>

<file path=ppt/slideLayouts/slideLayout18.xml><?xml version="1.0" encoding="utf-8"?>
<p:sldLayout xmlns:a14="http://schemas.microsoft.com/office/drawing/2010/main"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a14 p159">
  <p:cSld name="普通内容">
    <p:spTree>
      <p:nvGrpSpPr>
        <p:cNvPr id="291" name=""/>
        <p:cNvGrpSpPr/>
        <p:nvPr/>
      </p:nvGrpSpPr>
      <p:grpSpPr>
        <a:xfrm>
          <a:off x="0" y="0"/>
          <a:ext cx="0" cy="0"/>
          <a:chOff x="0" y="0"/>
          <a:chExt cx="0" cy="0"/>
        </a:xfrm>
      </p:grpSpPr>
      <p:pic>
        <p:nvPicPr>
          <p:cNvPr id="292" name="图片 12" descr="图片包含 户外, 树, 天空, 建筑物  描述已自动生成"/>
          <p:cNvPicPr>
            <a:picLocks noChangeAspect="true"/>
          </p:cNvPicPr>
          <p:nvPr userDrawn="true"/>
        </p:nvPicPr>
        <p:blipFill rotWithShape="true">
          <a:blip r:embed="rId1">
            <a:extLst>
              <a:ext uri="{28A0092B-C50C-407E-A947-70E740481C1C}"/>
            </a:extLst>
          </a:blip>
          <a:srcRect l="13125" t="4956" r="2202" b="-4956"/>
          <a:stretch>
            <a:fillRect/>
          </a:stretch>
        </p:blipFill>
        <p:spPr>
          <a:xfrm>
            <a:off x="2264" y="346109"/>
            <a:ext cx="12192000" cy="6863116"/>
          </a:xfrm>
          <a:prstGeom prst="rect">
            <a:avLst/>
          </a:prstGeom>
        </p:spPr>
      </p:pic>
      <p:sp>
        <p:nvSpPr>
          <p:cNvPr id="293" name="矩形 13"/>
          <p:cNvSpPr/>
          <p:nvPr userDrawn="true"/>
        </p:nvSpPr>
        <p:spPr>
          <a:xfrm>
            <a:off x="-2264" y="47021"/>
            <a:ext cx="12192000" cy="6897644"/>
          </a:xfrm>
          <a:prstGeom prst="rect">
            <a:avLst/>
          </a:prstGeom>
          <a:gradFill flip="none" rotWithShape="true">
            <a:gsLst>
              <a:gs pos="0">
                <a:schemeClr val="bg1"/>
              </a:gs>
              <a:gs pos="70000">
                <a:schemeClr val="bg1"/>
              </a:gs>
              <a:gs pos="33000">
                <a:schemeClr val="bg1">
                  <a:alpha val="97000"/>
                </a:schemeClr>
              </a:gs>
              <a:gs pos="50000">
                <a:schemeClr val="bg1">
                  <a:alpha val="97000"/>
                </a:schemeClr>
              </a:gs>
              <a:gs pos="100000">
                <a:schemeClr val="bg1"/>
              </a:gs>
            </a:gsLst>
            <a:lin ang="0" scaled="true"/>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294" name="平行四边形 7"/>
          <p:cNvSpPr/>
          <p:nvPr userDrawn="true"/>
        </p:nvSpPr>
        <p:spPr>
          <a:xfrm>
            <a:off x="0" y="-30479"/>
            <a:ext cx="12192000" cy="573769"/>
          </a:xfrm>
          <a:prstGeom prst="parallelogram">
            <a:avLst>
              <a:gd name="adj" fmla="val 0"/>
            </a:avLst>
          </a:prstGeom>
          <a:gradFill>
            <a:gsLst>
              <a:gs pos="16000">
                <a:srgbClr val="88136E">
                  <a:alpha val="78000"/>
                </a:srgbClr>
              </a:gs>
              <a:gs pos="0">
                <a:srgbClr val="B4009E"/>
              </a:gs>
              <a:gs pos="99351">
                <a:schemeClr val="accent4">
                  <a:lumMod val="75000"/>
                </a:schemeClr>
              </a:gs>
              <a:gs pos="77000">
                <a:schemeClr val="accent1"/>
              </a:gs>
            </a:gsLst>
            <a:lin ang="8100000" scaled="false"/>
          </a:gradFill>
          <a:ln>
            <a:noFill/>
          </a:ln>
          <a:effectLst>
            <a:outerShdw blurRad="50800" dist="38100" dir="5400000" algn="t" rotWithShape="false">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pic>
        <p:nvPicPr>
          <p:cNvPr id="295" name="图片 19"/>
          <p:cNvPicPr>
            <a:picLocks noChangeAspect="true"/>
          </p:cNvPicPr>
          <p:nvPr userDrawn="true"/>
        </p:nvPicPr>
        <p:blipFill rotWithShape="true">
          <a:blip r:embed="rId2">
            <a:alphaModFix amt="35000"/>
            <a:extLst>
              <a:ext uri="{28A0092B-C50C-407E-A947-70E740481C1C}"/>
            </a:extLst>
          </a:blip>
          <a:srcRect t="44074" b="47560"/>
          <a:stretch>
            <a:fillRect/>
          </a:stretch>
        </p:blipFill>
        <p:spPr>
          <a:xfrm>
            <a:off x="3537879" y="-30480"/>
            <a:ext cx="10125565" cy="573770"/>
          </a:xfrm>
          <a:prstGeom prst="rect">
            <a:avLst/>
          </a:prstGeom>
        </p:spPr>
      </p:pic>
      <p:sp>
        <p:nvSpPr>
          <p:cNvPr id="296" name="Oval 143"/>
          <p:cNvSpPr>
            <a:spLocks noChangeAspect="true"/>
          </p:cNvSpPr>
          <p:nvPr userDrawn="true"/>
        </p:nvSpPr>
        <p:spPr bwMode="auto">
          <a:xfrm>
            <a:off x="218106" y="47021"/>
            <a:ext cx="410544" cy="410544"/>
          </a:xfrm>
          <a:prstGeom prst="ellipse">
            <a:avLst/>
          </a:prstGeom>
          <a:solidFill>
            <a:schemeClr val="bg1"/>
          </a:solidFill>
          <a:ln>
            <a:noFill/>
          </a:ln>
          <a:effectLst>
            <a:innerShdw blurRad="63500" dist="50800" dir="13500000">
              <a:schemeClr val="bg1">
                <a:lumMod val="75000"/>
                <a:alpha val="50000"/>
              </a:schemeClr>
            </a:inn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fontAlgn="base">
              <a:spcBef>
                <a:spcPct val="1"/>
              </a:spcBef>
              <a:spcAft>
                <a:spcPct val="1"/>
              </a:spcAft>
            </a:pPr>
            <a:endParaRPr lang="en-US" sz="2000" b="true" dirty="false">
              <a:gradFill>
                <a:gsLst>
                  <a:gs pos="0">
                    <a:srgbClr val="FFFFFF"/>
                  </a:gs>
                  <a:gs pos="100000">
                    <a:srgbClr val="FFFFFF"/>
                  </a:gs>
                </a:gsLst>
                <a:lin ang="5400000" scaled="false"/>
              </a:gradFill>
              <a:latin typeface="思源黑体 CN Normal" panose="020B0400000000000000" pitchFamily="34" charset="-122"/>
              <a:ea typeface="思源黑体 CN Normal" panose="020B0400000000000000" pitchFamily="34" charset="-122"/>
              <a:cs typeface="Segoe UI" panose="020B0502040204020203" pitchFamily="34" charset="0"/>
            </a:endParaRPr>
          </a:p>
        </p:txBody>
      </p:sp>
      <p:sp>
        <p:nvSpPr>
          <p:cNvPr id="297" name="文本占位符 387"/>
          <p:cNvSpPr>
            <a:spLocks noGrp="true"/>
          </p:cNvSpPr>
          <p:nvPr userDrawn="true">
            <p:ph type="body" sz="quarter" idx="12" hasCustomPrompt="true"/>
          </p:nvPr>
        </p:nvSpPr>
        <p:spPr>
          <a:xfrm>
            <a:off x="218106" y="81066"/>
            <a:ext cx="410545" cy="401955"/>
          </a:xfrm>
          <a:prstGeom prst="rect">
            <a:avLst/>
          </a:prstGeom>
        </p:spPr>
        <p:txBody>
          <a:bodyPr anchor="ctr">
            <a:noAutofit/>
          </a:bodyPr>
          <a:lstStyle>
            <a:lvl1pPr marL="0" indent="0" algn="ctr">
              <a:buNone/>
              <a:defRPr sz="2200" b="true" spc="300">
                <a:solidFill>
                  <a:schemeClr val="accent1"/>
                </a:solidFill>
                <a:latin typeface="思源黑体 CN Bold" panose="020B0800000000000000" pitchFamily="34" charset="-122"/>
                <a:ea typeface="思源黑体 CN Bold" panose="020B0800000000000000" pitchFamily="34" charset="-122"/>
                <a:cs typeface="Segoe UI" panose="020B0502040204020203" pitchFamily="34" charset="0"/>
              </a:defRPr>
            </a:lvl1pPr>
          </a:lstStyle>
          <a:p>
            <a:pPr lvl="0"/>
            <a:r>
              <a:rPr lang="en-US" altLang="zh-CN" dirty="false"/>
              <a:t>0</a:t>
            </a:r>
            <a:endParaRPr lang="zh-CN" altLang="en-US" dirty="false"/>
          </a:p>
        </p:txBody>
      </p:sp>
      <p:sp>
        <p:nvSpPr>
          <p:cNvPr id="298" name="文本占位符 387"/>
          <p:cNvSpPr>
            <a:spLocks noGrp="true"/>
          </p:cNvSpPr>
          <p:nvPr userDrawn="true">
            <p:ph type="body" sz="quarter" idx="13" hasCustomPrompt="true"/>
          </p:nvPr>
        </p:nvSpPr>
        <p:spPr>
          <a:xfrm>
            <a:off x="816623" y="76295"/>
            <a:ext cx="3215623" cy="401955"/>
          </a:xfrm>
          <a:prstGeom prst="rect">
            <a:avLst/>
          </a:prstGeom>
        </p:spPr>
        <p:txBody>
          <a:bodyPr>
            <a:noAutofit/>
          </a:bodyPr>
          <a:lstStyle>
            <a:lvl1pPr marL="0" indent="0">
              <a:buNone/>
              <a:defRPr sz="2200" b="true" spc="300">
                <a:solidFill>
                  <a:schemeClr val="bg1"/>
                </a:solidFill>
                <a:latin typeface="思源黑体 CN Bold" panose="020B0800000000000000" pitchFamily="34" charset="-122"/>
                <a:ea typeface="思源黑体 CN Bold" panose="020B0800000000000000" pitchFamily="34" charset="-122"/>
              </a:defRPr>
            </a:lvl1pPr>
          </a:lstStyle>
          <a:p>
            <a:pPr lvl="0"/>
            <a:r>
              <a:rPr lang="zh-CN" altLang="en-US" dirty="false"/>
              <a:t>在此处填写节标题</a:t>
            </a:r>
            <a:endParaRPr lang="zh-CN" altLang="en-US" dirty="false"/>
          </a:p>
        </p:txBody>
      </p:sp>
      <p:pic>
        <p:nvPicPr>
          <p:cNvPr id="299" name="图片 24"/>
          <p:cNvPicPr>
            <a:picLocks noChangeAspect="true"/>
          </p:cNvPicPr>
          <p:nvPr userDrawn="true"/>
        </p:nvPicPr>
        <p:blipFill>
          <a:blip r:embed="rId3">
            <a:extLst>
              <a:ext uri="{28A0092B-C50C-407E-A947-70E740481C1C}"/>
            </a:extLst>
          </a:blip>
          <a:stretch>
            <a:fillRect/>
          </a:stretch>
        </p:blipFill>
        <p:spPr>
          <a:xfrm>
            <a:off x="10971977" y="128612"/>
            <a:ext cx="1025842" cy="319245"/>
          </a:xfrm>
          <a:prstGeom prst="rect">
            <a:avLst/>
          </a:prstGeom>
        </p:spPr>
      </p:pic>
      <p:pic>
        <p:nvPicPr>
          <p:cNvPr id="300" name="图片 9"/>
          <p:cNvPicPr>
            <a:picLocks noChangeAspect="true"/>
          </p:cNvPicPr>
          <p:nvPr userDrawn="true"/>
        </p:nvPicPr>
        <p:blipFill>
          <a:blip r:embed="rId4">
            <a:alphaModFix amt="20000"/>
            <a:extLst>
              <a:ext uri="{BEBA8EAE-BF5A-486C-A8C5-ECC9F3942E4B}">
                <a14:imgProps>
                  <a14:imgLayer r:embed="rId5">
                    <a14:imgEffect>
                      <a14:brightnessContrast bright="3000"/>
                    </a14:imgEffect>
                  </a14:imgLayer>
                </a14:imgProps>
              </a:ext>
              <a:ext uri="{28A0092B-C50C-407E-A947-70E740481C1C}"/>
            </a:extLst>
          </a:blip>
          <a:stretch>
            <a:fillRect/>
          </a:stretch>
        </p:blipFill>
        <p:spPr>
          <a:xfrm>
            <a:off x="10825155" y="3431262"/>
            <a:ext cx="2733690" cy="3426738"/>
          </a:xfrm>
          <a:prstGeom prst="rect">
            <a:avLst/>
          </a:prstGeom>
        </p:spPr>
      </p:pic>
      <p:pic>
        <p:nvPicPr>
          <p:cNvPr id="301" name="图片 11"/>
          <p:cNvPicPr>
            <a:picLocks noChangeAspect="true"/>
          </p:cNvPicPr>
          <p:nvPr userDrawn="true"/>
        </p:nvPicPr>
        <p:blipFill>
          <a:blip r:embed="rId4">
            <a:alphaModFix amt="20000"/>
            <a:extLst>
              <a:ext uri="{BEBA8EAE-BF5A-486C-A8C5-ECC9F3942E4B}">
                <a14:imgProps>
                  <a14:imgLayer r:embed="rId5">
                    <a14:imgEffect>
                      <a14:brightnessContrast bright="3000"/>
                    </a14:imgEffect>
                  </a14:imgLayer>
                </a14:imgProps>
              </a:ext>
              <a:ext uri="{28A0092B-C50C-407E-A947-70E740481C1C}"/>
            </a:extLst>
          </a:blip>
          <a:stretch>
            <a:fillRect/>
          </a:stretch>
        </p:blipFill>
        <p:spPr>
          <a:xfrm>
            <a:off x="-1366845" y="3431262"/>
            <a:ext cx="2733690" cy="3426738"/>
          </a:xfrm>
          <a:prstGeom prst="rect">
            <a:avLst/>
          </a:prstGeom>
        </p:spPr>
      </p:pic>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Layout>
</file>

<file path=ppt/slideLayouts/slideLayout19.xml><?xml version="1.0" encoding="utf-8"?>
<p:sldLayout xmlns:a14="http://schemas.microsoft.com/office/drawing/2010/main"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a14 p159">
  <p:cSld name="普通内容">
    <p:spTree>
      <p:nvGrpSpPr>
        <p:cNvPr id="302" name=""/>
        <p:cNvGrpSpPr/>
        <p:nvPr/>
      </p:nvGrpSpPr>
      <p:grpSpPr>
        <a:xfrm>
          <a:off x="0" y="0"/>
          <a:ext cx="0" cy="0"/>
          <a:chOff x="0" y="0"/>
          <a:chExt cx="0" cy="0"/>
        </a:xfrm>
      </p:grpSpPr>
      <p:pic>
        <p:nvPicPr>
          <p:cNvPr id="303" name="图片 12" descr="图片包含 户外, 树, 天空, 建筑物  描述已自动生成"/>
          <p:cNvPicPr>
            <a:picLocks noChangeAspect="true"/>
          </p:cNvPicPr>
          <p:nvPr userDrawn="true"/>
        </p:nvPicPr>
        <p:blipFill rotWithShape="true">
          <a:blip r:embed="rId1">
            <a:extLst>
              <a:ext uri="{28A0092B-C50C-407E-A947-70E740481C1C}"/>
            </a:extLst>
          </a:blip>
          <a:srcRect l="13125" t="4956" r="2202" b="-4956"/>
          <a:stretch>
            <a:fillRect/>
          </a:stretch>
        </p:blipFill>
        <p:spPr>
          <a:xfrm>
            <a:off x="2264" y="346109"/>
            <a:ext cx="12192000" cy="6863116"/>
          </a:xfrm>
          <a:prstGeom prst="rect">
            <a:avLst/>
          </a:prstGeom>
        </p:spPr>
      </p:pic>
      <p:sp>
        <p:nvSpPr>
          <p:cNvPr id="304" name="矩形 13"/>
          <p:cNvSpPr/>
          <p:nvPr userDrawn="true"/>
        </p:nvSpPr>
        <p:spPr>
          <a:xfrm>
            <a:off x="-2264" y="47021"/>
            <a:ext cx="12192000" cy="6897644"/>
          </a:xfrm>
          <a:prstGeom prst="rect">
            <a:avLst/>
          </a:prstGeom>
          <a:gradFill flip="none" rotWithShape="true">
            <a:gsLst>
              <a:gs pos="0">
                <a:schemeClr val="bg1"/>
              </a:gs>
              <a:gs pos="70000">
                <a:schemeClr val="bg1"/>
              </a:gs>
              <a:gs pos="33000">
                <a:schemeClr val="bg1">
                  <a:alpha val="97000"/>
                </a:schemeClr>
              </a:gs>
              <a:gs pos="50000">
                <a:schemeClr val="bg1">
                  <a:alpha val="97000"/>
                </a:schemeClr>
              </a:gs>
              <a:gs pos="100000">
                <a:schemeClr val="bg1"/>
              </a:gs>
            </a:gsLst>
            <a:lin ang="0" scaled="true"/>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305" name="平行四边形 7"/>
          <p:cNvSpPr/>
          <p:nvPr userDrawn="true"/>
        </p:nvSpPr>
        <p:spPr>
          <a:xfrm>
            <a:off x="0" y="-30479"/>
            <a:ext cx="12192000" cy="573769"/>
          </a:xfrm>
          <a:prstGeom prst="parallelogram">
            <a:avLst>
              <a:gd name="adj" fmla="val 0"/>
            </a:avLst>
          </a:prstGeom>
          <a:gradFill>
            <a:gsLst>
              <a:gs pos="16000">
                <a:srgbClr val="88136E">
                  <a:alpha val="78000"/>
                </a:srgbClr>
              </a:gs>
              <a:gs pos="0">
                <a:srgbClr val="B4009E"/>
              </a:gs>
              <a:gs pos="99351">
                <a:schemeClr val="accent4">
                  <a:lumMod val="75000"/>
                </a:schemeClr>
              </a:gs>
              <a:gs pos="77000">
                <a:schemeClr val="accent1"/>
              </a:gs>
            </a:gsLst>
            <a:lin ang="8100000" scaled="false"/>
          </a:gradFill>
          <a:ln>
            <a:noFill/>
          </a:ln>
          <a:effectLst>
            <a:outerShdw blurRad="50800" dist="38100" dir="5400000" algn="t" rotWithShape="false">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pic>
        <p:nvPicPr>
          <p:cNvPr id="306" name="图片 19"/>
          <p:cNvPicPr>
            <a:picLocks noChangeAspect="true"/>
          </p:cNvPicPr>
          <p:nvPr userDrawn="true"/>
        </p:nvPicPr>
        <p:blipFill rotWithShape="true">
          <a:blip r:embed="rId2">
            <a:alphaModFix amt="35000"/>
            <a:extLst>
              <a:ext uri="{28A0092B-C50C-407E-A947-70E740481C1C}"/>
            </a:extLst>
          </a:blip>
          <a:srcRect t="44074" b="47560"/>
          <a:stretch>
            <a:fillRect/>
          </a:stretch>
        </p:blipFill>
        <p:spPr>
          <a:xfrm>
            <a:off x="3537879" y="-30480"/>
            <a:ext cx="10125565" cy="573770"/>
          </a:xfrm>
          <a:prstGeom prst="rect">
            <a:avLst/>
          </a:prstGeom>
        </p:spPr>
      </p:pic>
      <p:sp>
        <p:nvSpPr>
          <p:cNvPr id="307" name="Oval 143"/>
          <p:cNvSpPr>
            <a:spLocks noChangeAspect="true"/>
          </p:cNvSpPr>
          <p:nvPr userDrawn="true"/>
        </p:nvSpPr>
        <p:spPr bwMode="auto">
          <a:xfrm>
            <a:off x="218106" y="47021"/>
            <a:ext cx="410544" cy="410544"/>
          </a:xfrm>
          <a:prstGeom prst="ellipse">
            <a:avLst/>
          </a:prstGeom>
          <a:solidFill>
            <a:schemeClr val="bg1"/>
          </a:solidFill>
          <a:ln>
            <a:noFill/>
          </a:ln>
          <a:effectLst>
            <a:innerShdw blurRad="63500" dist="50800" dir="13500000">
              <a:schemeClr val="bg1">
                <a:lumMod val="75000"/>
                <a:alpha val="50000"/>
              </a:schemeClr>
            </a:inn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fontAlgn="base">
              <a:spcBef>
                <a:spcPct val="1"/>
              </a:spcBef>
              <a:spcAft>
                <a:spcPct val="1"/>
              </a:spcAft>
            </a:pPr>
            <a:endParaRPr lang="en-US" sz="2000" b="true" dirty="false">
              <a:gradFill>
                <a:gsLst>
                  <a:gs pos="0">
                    <a:srgbClr val="FFFFFF"/>
                  </a:gs>
                  <a:gs pos="100000">
                    <a:srgbClr val="FFFFFF"/>
                  </a:gs>
                </a:gsLst>
                <a:lin ang="5400000" scaled="false"/>
              </a:gradFill>
              <a:latin typeface="思源黑体 CN Normal" panose="020B0400000000000000" pitchFamily="34" charset="-122"/>
              <a:ea typeface="思源黑体 CN Normal" panose="020B0400000000000000" pitchFamily="34" charset="-122"/>
              <a:cs typeface="Segoe UI" panose="020B0502040204020203" pitchFamily="34" charset="0"/>
            </a:endParaRPr>
          </a:p>
        </p:txBody>
      </p:sp>
      <p:sp>
        <p:nvSpPr>
          <p:cNvPr id="308" name="文本占位符 387"/>
          <p:cNvSpPr>
            <a:spLocks noGrp="true"/>
          </p:cNvSpPr>
          <p:nvPr userDrawn="true">
            <p:ph type="body" sz="quarter" idx="12" hasCustomPrompt="true"/>
          </p:nvPr>
        </p:nvSpPr>
        <p:spPr>
          <a:xfrm>
            <a:off x="218106" y="81066"/>
            <a:ext cx="410545" cy="401955"/>
          </a:xfrm>
          <a:prstGeom prst="rect">
            <a:avLst/>
          </a:prstGeom>
        </p:spPr>
        <p:txBody>
          <a:bodyPr anchor="ctr">
            <a:noAutofit/>
          </a:bodyPr>
          <a:lstStyle>
            <a:lvl1pPr marL="0" indent="0" algn="ctr">
              <a:buNone/>
              <a:defRPr sz="2200" b="true" spc="300">
                <a:solidFill>
                  <a:schemeClr val="accent1"/>
                </a:solidFill>
                <a:latin typeface="思源黑体 CN Bold" panose="020B0800000000000000" pitchFamily="34" charset="-122"/>
                <a:ea typeface="思源黑体 CN Bold" panose="020B0800000000000000" pitchFamily="34" charset="-122"/>
                <a:cs typeface="Segoe UI" panose="020B0502040204020203" pitchFamily="34" charset="0"/>
              </a:defRPr>
            </a:lvl1pPr>
          </a:lstStyle>
          <a:p>
            <a:pPr lvl="0"/>
            <a:r>
              <a:rPr lang="en-US" altLang="zh-CN" dirty="false"/>
              <a:t>0</a:t>
            </a:r>
            <a:endParaRPr lang="zh-CN" altLang="en-US" dirty="false"/>
          </a:p>
        </p:txBody>
      </p:sp>
      <p:sp>
        <p:nvSpPr>
          <p:cNvPr id="309" name="文本占位符 387"/>
          <p:cNvSpPr>
            <a:spLocks noGrp="true"/>
          </p:cNvSpPr>
          <p:nvPr userDrawn="true">
            <p:ph type="body" sz="quarter" idx="13" hasCustomPrompt="true"/>
          </p:nvPr>
        </p:nvSpPr>
        <p:spPr>
          <a:xfrm>
            <a:off x="816623" y="76295"/>
            <a:ext cx="3215623" cy="401955"/>
          </a:xfrm>
          <a:prstGeom prst="rect">
            <a:avLst/>
          </a:prstGeom>
        </p:spPr>
        <p:txBody>
          <a:bodyPr>
            <a:noAutofit/>
          </a:bodyPr>
          <a:lstStyle>
            <a:lvl1pPr marL="0" indent="0">
              <a:buNone/>
              <a:defRPr sz="2200" b="true" spc="300">
                <a:solidFill>
                  <a:schemeClr val="bg1"/>
                </a:solidFill>
                <a:latin typeface="思源黑体 CN Bold" panose="020B0800000000000000" pitchFamily="34" charset="-122"/>
                <a:ea typeface="思源黑体 CN Bold" panose="020B0800000000000000" pitchFamily="34" charset="-122"/>
              </a:defRPr>
            </a:lvl1pPr>
          </a:lstStyle>
          <a:p>
            <a:pPr lvl="0"/>
            <a:r>
              <a:rPr lang="zh-CN" altLang="en-US" dirty="false"/>
              <a:t>在此处填写节标题</a:t>
            </a:r>
            <a:endParaRPr lang="zh-CN" altLang="en-US" dirty="false"/>
          </a:p>
        </p:txBody>
      </p:sp>
      <p:pic>
        <p:nvPicPr>
          <p:cNvPr id="310" name="图片 24"/>
          <p:cNvPicPr>
            <a:picLocks noChangeAspect="true"/>
          </p:cNvPicPr>
          <p:nvPr userDrawn="true"/>
        </p:nvPicPr>
        <p:blipFill>
          <a:blip r:embed="rId3">
            <a:extLst>
              <a:ext uri="{28A0092B-C50C-407E-A947-70E740481C1C}"/>
            </a:extLst>
          </a:blip>
          <a:stretch>
            <a:fillRect/>
          </a:stretch>
        </p:blipFill>
        <p:spPr>
          <a:xfrm>
            <a:off x="10971977" y="128612"/>
            <a:ext cx="1025842" cy="319245"/>
          </a:xfrm>
          <a:prstGeom prst="rect">
            <a:avLst/>
          </a:prstGeom>
        </p:spPr>
      </p:pic>
      <p:pic>
        <p:nvPicPr>
          <p:cNvPr id="311" name="图片 9"/>
          <p:cNvPicPr>
            <a:picLocks noChangeAspect="true"/>
          </p:cNvPicPr>
          <p:nvPr userDrawn="true"/>
        </p:nvPicPr>
        <p:blipFill>
          <a:blip r:embed="rId4">
            <a:alphaModFix amt="20000"/>
            <a:extLst>
              <a:ext uri="{BEBA8EAE-BF5A-486C-A8C5-ECC9F3942E4B}">
                <a14:imgProps>
                  <a14:imgLayer r:embed="rId5">
                    <a14:imgEffect>
                      <a14:brightnessContrast bright="3000"/>
                    </a14:imgEffect>
                  </a14:imgLayer>
                </a14:imgProps>
              </a:ext>
              <a:ext uri="{28A0092B-C50C-407E-A947-70E740481C1C}"/>
            </a:extLst>
          </a:blip>
          <a:stretch>
            <a:fillRect/>
          </a:stretch>
        </p:blipFill>
        <p:spPr>
          <a:xfrm>
            <a:off x="10825155" y="3431262"/>
            <a:ext cx="2733690" cy="3426738"/>
          </a:xfrm>
          <a:prstGeom prst="rect">
            <a:avLst/>
          </a:prstGeom>
        </p:spPr>
      </p:pic>
      <p:pic>
        <p:nvPicPr>
          <p:cNvPr id="312" name="图片 11"/>
          <p:cNvPicPr>
            <a:picLocks noChangeAspect="true"/>
          </p:cNvPicPr>
          <p:nvPr userDrawn="true"/>
        </p:nvPicPr>
        <p:blipFill>
          <a:blip r:embed="rId4">
            <a:alphaModFix amt="20000"/>
            <a:extLst>
              <a:ext uri="{BEBA8EAE-BF5A-486C-A8C5-ECC9F3942E4B}">
                <a14:imgProps>
                  <a14:imgLayer r:embed="rId5">
                    <a14:imgEffect>
                      <a14:brightnessContrast bright="3000"/>
                    </a14:imgEffect>
                  </a14:imgLayer>
                </a14:imgProps>
              </a:ext>
              <a:ext uri="{28A0092B-C50C-407E-A947-70E740481C1C}"/>
            </a:extLst>
          </a:blip>
          <a:stretch>
            <a:fillRect/>
          </a:stretch>
        </p:blipFill>
        <p:spPr>
          <a:xfrm>
            <a:off x="-1366845" y="3431262"/>
            <a:ext cx="2733690" cy="3426738"/>
          </a:xfrm>
          <a:prstGeom prst="rect">
            <a:avLst/>
          </a:prstGeom>
        </p:spPr>
      </p:pic>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Layout>
</file>

<file path=ppt/slideLayouts/slideLayout20.xml><?xml version="1.0" encoding="utf-8"?>
<p:sldLayout xmlns:a14="http://schemas.microsoft.com/office/drawing/2010/main"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a14 p159">
  <p:cSld name="普通内容">
    <p:spTree>
      <p:nvGrpSpPr>
        <p:cNvPr id="313" name=""/>
        <p:cNvGrpSpPr/>
        <p:nvPr/>
      </p:nvGrpSpPr>
      <p:grpSpPr>
        <a:xfrm>
          <a:off x="0" y="0"/>
          <a:ext cx="0" cy="0"/>
          <a:chOff x="0" y="0"/>
          <a:chExt cx="0" cy="0"/>
        </a:xfrm>
      </p:grpSpPr>
      <p:pic>
        <p:nvPicPr>
          <p:cNvPr id="314" name="图片 12" descr="图片包含 户外, 树, 天空, 建筑物  描述已自动生成"/>
          <p:cNvPicPr>
            <a:picLocks noChangeAspect="true"/>
          </p:cNvPicPr>
          <p:nvPr userDrawn="true"/>
        </p:nvPicPr>
        <p:blipFill rotWithShape="true">
          <a:blip r:embed="rId1">
            <a:extLst>
              <a:ext uri="{28A0092B-C50C-407E-A947-70E740481C1C}"/>
            </a:extLst>
          </a:blip>
          <a:srcRect l="13125" t="4956" r="2202" b="-4956"/>
          <a:stretch>
            <a:fillRect/>
          </a:stretch>
        </p:blipFill>
        <p:spPr>
          <a:xfrm>
            <a:off x="2264" y="346109"/>
            <a:ext cx="12192000" cy="6863116"/>
          </a:xfrm>
          <a:prstGeom prst="rect">
            <a:avLst/>
          </a:prstGeom>
        </p:spPr>
      </p:pic>
      <p:sp>
        <p:nvSpPr>
          <p:cNvPr id="315" name="矩形 13"/>
          <p:cNvSpPr/>
          <p:nvPr userDrawn="true"/>
        </p:nvSpPr>
        <p:spPr>
          <a:xfrm>
            <a:off x="-2264" y="47021"/>
            <a:ext cx="12192000" cy="6897644"/>
          </a:xfrm>
          <a:prstGeom prst="rect">
            <a:avLst/>
          </a:prstGeom>
          <a:gradFill flip="none" rotWithShape="true">
            <a:gsLst>
              <a:gs pos="0">
                <a:schemeClr val="bg1"/>
              </a:gs>
              <a:gs pos="70000">
                <a:schemeClr val="bg1"/>
              </a:gs>
              <a:gs pos="33000">
                <a:schemeClr val="bg1">
                  <a:alpha val="97000"/>
                </a:schemeClr>
              </a:gs>
              <a:gs pos="50000">
                <a:schemeClr val="bg1">
                  <a:alpha val="97000"/>
                </a:schemeClr>
              </a:gs>
              <a:gs pos="100000">
                <a:schemeClr val="bg1"/>
              </a:gs>
            </a:gsLst>
            <a:lin ang="0" scaled="true"/>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sp>
        <p:nvSpPr>
          <p:cNvPr id="316" name="平行四边形 7"/>
          <p:cNvSpPr/>
          <p:nvPr userDrawn="true"/>
        </p:nvSpPr>
        <p:spPr>
          <a:xfrm>
            <a:off x="0" y="-30479"/>
            <a:ext cx="12192000" cy="573769"/>
          </a:xfrm>
          <a:prstGeom prst="parallelogram">
            <a:avLst>
              <a:gd name="adj" fmla="val 0"/>
            </a:avLst>
          </a:prstGeom>
          <a:gradFill>
            <a:gsLst>
              <a:gs pos="16000">
                <a:srgbClr val="88136E">
                  <a:alpha val="78000"/>
                </a:srgbClr>
              </a:gs>
              <a:gs pos="0">
                <a:srgbClr val="B4009E"/>
              </a:gs>
              <a:gs pos="99351">
                <a:schemeClr val="accent4">
                  <a:lumMod val="75000"/>
                </a:schemeClr>
              </a:gs>
              <a:gs pos="77000">
                <a:schemeClr val="accent1"/>
              </a:gs>
            </a:gsLst>
            <a:lin ang="8100000" scaled="false"/>
          </a:gradFill>
          <a:ln>
            <a:noFill/>
          </a:ln>
          <a:effectLst>
            <a:outerShdw blurRad="50800" dist="38100" dir="5400000" algn="t" rotWithShape="false">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p>
        </p:txBody>
      </p:sp>
      <p:pic>
        <p:nvPicPr>
          <p:cNvPr id="317" name="图片 19"/>
          <p:cNvPicPr>
            <a:picLocks noChangeAspect="true"/>
          </p:cNvPicPr>
          <p:nvPr userDrawn="true"/>
        </p:nvPicPr>
        <p:blipFill rotWithShape="true">
          <a:blip r:embed="rId2">
            <a:alphaModFix amt="35000"/>
            <a:extLst>
              <a:ext uri="{28A0092B-C50C-407E-A947-70E740481C1C}"/>
            </a:extLst>
          </a:blip>
          <a:srcRect t="44074" b="47560"/>
          <a:stretch>
            <a:fillRect/>
          </a:stretch>
        </p:blipFill>
        <p:spPr>
          <a:xfrm>
            <a:off x="3537879" y="-30480"/>
            <a:ext cx="10125565" cy="573770"/>
          </a:xfrm>
          <a:prstGeom prst="rect">
            <a:avLst/>
          </a:prstGeom>
        </p:spPr>
      </p:pic>
      <p:sp>
        <p:nvSpPr>
          <p:cNvPr id="318" name="Oval 143"/>
          <p:cNvSpPr>
            <a:spLocks noChangeAspect="true"/>
          </p:cNvSpPr>
          <p:nvPr userDrawn="true"/>
        </p:nvSpPr>
        <p:spPr bwMode="auto">
          <a:xfrm>
            <a:off x="218106" y="47021"/>
            <a:ext cx="410544" cy="410544"/>
          </a:xfrm>
          <a:prstGeom prst="ellipse">
            <a:avLst/>
          </a:prstGeom>
          <a:solidFill>
            <a:schemeClr val="bg1"/>
          </a:solidFill>
          <a:ln>
            <a:noFill/>
          </a:ln>
          <a:effectLst>
            <a:innerShdw blurRad="63500" dist="50800" dir="13500000">
              <a:schemeClr val="bg1">
                <a:lumMod val="75000"/>
                <a:alpha val="50000"/>
              </a:schemeClr>
            </a:inn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fontAlgn="base">
              <a:spcBef>
                <a:spcPct val="1"/>
              </a:spcBef>
              <a:spcAft>
                <a:spcPct val="1"/>
              </a:spcAft>
            </a:pPr>
            <a:endParaRPr lang="en-US" sz="2000" b="true" dirty="false">
              <a:gradFill>
                <a:gsLst>
                  <a:gs pos="0">
                    <a:srgbClr val="FFFFFF"/>
                  </a:gs>
                  <a:gs pos="100000">
                    <a:srgbClr val="FFFFFF"/>
                  </a:gs>
                </a:gsLst>
                <a:lin ang="5400000" scaled="false"/>
              </a:gradFill>
              <a:latin typeface="思源黑体 CN Normal" panose="020B0400000000000000" pitchFamily="34" charset="-122"/>
              <a:ea typeface="思源黑体 CN Normal" panose="020B0400000000000000" pitchFamily="34" charset="-122"/>
              <a:cs typeface="Segoe UI" panose="020B0502040204020203" pitchFamily="34" charset="0"/>
            </a:endParaRPr>
          </a:p>
        </p:txBody>
      </p:sp>
      <p:sp>
        <p:nvSpPr>
          <p:cNvPr id="319" name="文本占位符 387"/>
          <p:cNvSpPr>
            <a:spLocks noGrp="true"/>
          </p:cNvSpPr>
          <p:nvPr userDrawn="true">
            <p:ph type="body" sz="quarter" idx="12" hasCustomPrompt="true"/>
          </p:nvPr>
        </p:nvSpPr>
        <p:spPr>
          <a:xfrm>
            <a:off x="218106" y="81066"/>
            <a:ext cx="410545" cy="401955"/>
          </a:xfrm>
          <a:prstGeom prst="rect">
            <a:avLst/>
          </a:prstGeom>
        </p:spPr>
        <p:txBody>
          <a:bodyPr anchor="ctr">
            <a:noAutofit/>
          </a:bodyPr>
          <a:lstStyle>
            <a:lvl1pPr marL="0" indent="0" algn="ctr">
              <a:buNone/>
              <a:defRPr sz="2200" b="true" spc="300">
                <a:solidFill>
                  <a:schemeClr val="accent1"/>
                </a:solidFill>
                <a:latin typeface="思源黑体 CN Bold" panose="020B0800000000000000" pitchFamily="34" charset="-122"/>
                <a:ea typeface="思源黑体 CN Bold" panose="020B0800000000000000" pitchFamily="34" charset="-122"/>
                <a:cs typeface="Segoe UI" panose="020B0502040204020203" pitchFamily="34" charset="0"/>
              </a:defRPr>
            </a:lvl1pPr>
          </a:lstStyle>
          <a:p>
            <a:pPr lvl="0"/>
            <a:r>
              <a:rPr lang="en-US" altLang="zh-CN" dirty="false"/>
              <a:t>0</a:t>
            </a:r>
            <a:endParaRPr lang="zh-CN" altLang="en-US" dirty="false"/>
          </a:p>
        </p:txBody>
      </p:sp>
      <p:sp>
        <p:nvSpPr>
          <p:cNvPr id="320" name="文本占位符 387"/>
          <p:cNvSpPr>
            <a:spLocks noGrp="true"/>
          </p:cNvSpPr>
          <p:nvPr userDrawn="true">
            <p:ph type="body" sz="quarter" idx="13" hasCustomPrompt="true"/>
          </p:nvPr>
        </p:nvSpPr>
        <p:spPr>
          <a:xfrm>
            <a:off x="816623" y="76295"/>
            <a:ext cx="3215623" cy="401955"/>
          </a:xfrm>
          <a:prstGeom prst="rect">
            <a:avLst/>
          </a:prstGeom>
        </p:spPr>
        <p:txBody>
          <a:bodyPr>
            <a:noAutofit/>
          </a:bodyPr>
          <a:lstStyle>
            <a:lvl1pPr marL="0" indent="0">
              <a:buNone/>
              <a:defRPr sz="2200" b="true" spc="300">
                <a:solidFill>
                  <a:schemeClr val="bg1"/>
                </a:solidFill>
                <a:latin typeface="思源黑体 CN Bold" panose="020B0800000000000000" pitchFamily="34" charset="-122"/>
                <a:ea typeface="思源黑体 CN Bold" panose="020B0800000000000000" pitchFamily="34" charset="-122"/>
              </a:defRPr>
            </a:lvl1pPr>
          </a:lstStyle>
          <a:p>
            <a:pPr lvl="0"/>
            <a:r>
              <a:rPr lang="zh-CN" altLang="en-US" dirty="false"/>
              <a:t>在此处填写节标题</a:t>
            </a:r>
            <a:endParaRPr lang="zh-CN" altLang="en-US" dirty="false"/>
          </a:p>
        </p:txBody>
      </p:sp>
      <p:pic>
        <p:nvPicPr>
          <p:cNvPr id="321" name="图片 24"/>
          <p:cNvPicPr>
            <a:picLocks noChangeAspect="true"/>
          </p:cNvPicPr>
          <p:nvPr userDrawn="true"/>
        </p:nvPicPr>
        <p:blipFill>
          <a:blip r:embed="rId3">
            <a:extLst>
              <a:ext uri="{28A0092B-C50C-407E-A947-70E740481C1C}"/>
            </a:extLst>
          </a:blip>
          <a:stretch>
            <a:fillRect/>
          </a:stretch>
        </p:blipFill>
        <p:spPr>
          <a:xfrm>
            <a:off x="10971977" y="128612"/>
            <a:ext cx="1025842" cy="319245"/>
          </a:xfrm>
          <a:prstGeom prst="rect">
            <a:avLst/>
          </a:prstGeom>
        </p:spPr>
      </p:pic>
      <p:pic>
        <p:nvPicPr>
          <p:cNvPr id="322" name="图片 9"/>
          <p:cNvPicPr>
            <a:picLocks noChangeAspect="true"/>
          </p:cNvPicPr>
          <p:nvPr userDrawn="true"/>
        </p:nvPicPr>
        <p:blipFill>
          <a:blip r:embed="rId4">
            <a:alphaModFix amt="20000"/>
            <a:extLst>
              <a:ext uri="{BEBA8EAE-BF5A-486C-A8C5-ECC9F3942E4B}">
                <a14:imgProps>
                  <a14:imgLayer r:embed="rId5">
                    <a14:imgEffect>
                      <a14:brightnessContrast bright="3000"/>
                    </a14:imgEffect>
                  </a14:imgLayer>
                </a14:imgProps>
              </a:ext>
              <a:ext uri="{28A0092B-C50C-407E-A947-70E740481C1C}"/>
            </a:extLst>
          </a:blip>
          <a:stretch>
            <a:fillRect/>
          </a:stretch>
        </p:blipFill>
        <p:spPr>
          <a:xfrm>
            <a:off x="10825155" y="3431262"/>
            <a:ext cx="2733690" cy="3426738"/>
          </a:xfrm>
          <a:prstGeom prst="rect">
            <a:avLst/>
          </a:prstGeom>
        </p:spPr>
      </p:pic>
      <p:pic>
        <p:nvPicPr>
          <p:cNvPr id="323" name="图片 11"/>
          <p:cNvPicPr>
            <a:picLocks noChangeAspect="true"/>
          </p:cNvPicPr>
          <p:nvPr userDrawn="true"/>
        </p:nvPicPr>
        <p:blipFill>
          <a:blip r:embed="rId4">
            <a:alphaModFix amt="20000"/>
            <a:extLst>
              <a:ext uri="{BEBA8EAE-BF5A-486C-A8C5-ECC9F3942E4B}">
                <a14:imgProps>
                  <a14:imgLayer r:embed="rId5">
                    <a14:imgEffect>
                      <a14:brightnessContrast bright="3000"/>
                    </a14:imgEffect>
                  </a14:imgLayer>
                </a14:imgProps>
              </a:ext>
              <a:ext uri="{28A0092B-C50C-407E-A947-70E740481C1C}"/>
            </a:extLst>
          </a:blip>
          <a:stretch>
            <a:fillRect/>
          </a:stretch>
        </p:blipFill>
        <p:spPr>
          <a:xfrm>
            <a:off x="-1366845" y="3431262"/>
            <a:ext cx="2733690" cy="3426738"/>
          </a:xfrm>
          <a:prstGeom prst="rect">
            <a:avLst/>
          </a:prstGeom>
        </p:spPr>
      </p:pic>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Layout>
</file>

<file path=ppt/slideMasters/_rels/slideMaster1.xml.rels><?xml version="1.0" encoding="UTF-8" standalone="yes"?><Relationships xmlns="http://schemas.openxmlformats.org/package/2006/relationships"><Relationship Id="rId8" Type="http://schemas.openxmlformats.org/officeDocument/2006/relationships/slideLayout" Target="../slideLayouts/slideLayout9.xml" /><Relationship Id="rId6" Type="http://schemas.openxmlformats.org/officeDocument/2006/relationships/slideLayout" Target="../slideLayouts/slideLayout7.xml" /><Relationship Id="rId5" Type="http://schemas.openxmlformats.org/officeDocument/2006/relationships/slideLayout" Target="../slideLayouts/slideLayout6.xml" /><Relationship Id="rId4" Type="http://schemas.openxmlformats.org/officeDocument/2006/relationships/slideLayout" Target="../slideLayouts/slideLayout5.xml" /><Relationship Id="rId1" Type="http://schemas.openxmlformats.org/officeDocument/2006/relationships/slideLayout" Target="../slideLayouts/slideLayout2.xml" /><Relationship Id="rId9" Type="http://schemas.openxmlformats.org/officeDocument/2006/relationships/slideLayout" Target="../slideLayouts/slideLayout10.xml" /><Relationship Id="rId0" Type="http://schemas.openxmlformats.org/officeDocument/2006/relationships/slideLayout" Target="../slideLayouts/slideLayout1.xml" /><Relationship Id="rId11" Type="http://schemas.openxmlformats.org/officeDocument/2006/relationships/theme" Target="../theme/theme1.xml" /><Relationship Id="rId10" Type="http://schemas.openxmlformats.org/officeDocument/2006/relationships/slideLayout" Target="../slideLayouts/slideLayout11.xml" /><Relationship Id="rId7" Type="http://schemas.openxmlformats.org/officeDocument/2006/relationships/slideLayout" Target="../slideLayouts/slideLayout8.xml" /><Relationship Id="rId2" Type="http://schemas.openxmlformats.org/officeDocument/2006/relationships/slideLayout" Target="../slideLayouts/slideLayout3.xml" /><Relationship Id="rId3" Type="http://schemas.openxmlformats.org/officeDocument/2006/relationships/slideLayout" Target="../slideLayouts/slideLayout4.xml" /></Relationships>
</file>

<file path=ppt/slideMasters/_rels/slideMaster2.xml.rels><?xml version="1.0" encoding="UTF-8" standalone="yes"?><Relationships xmlns="http://schemas.openxmlformats.org/package/2006/relationships"><Relationship Id="rId7" Type="http://schemas.openxmlformats.org/officeDocument/2006/relationships/image" Target="media/image4.png" /><Relationship Id="rId6" Type="http://schemas.openxmlformats.org/officeDocument/2006/relationships/theme" Target="../theme/theme2.xml" /><Relationship Id="rId1" Type="http://schemas.openxmlformats.org/officeDocument/2006/relationships/slideLayout" Target="../slideLayouts/slideLayout13.xml" /><Relationship Id="rId8" Type="http://schemas.openxmlformats.org/officeDocument/2006/relationships/image" Target="media/image5.svg" /><Relationship Id="rId5" Type="http://schemas.openxmlformats.org/officeDocument/2006/relationships/slideLayout" Target="../slideLayouts/slideLayout17.xml" /><Relationship Id="rId0" Type="http://schemas.openxmlformats.org/officeDocument/2006/relationships/slideLayout" Target="../slideLayouts/slideLayout12.xml" /><Relationship Id="rId3" Type="http://schemas.openxmlformats.org/officeDocument/2006/relationships/slideLayout" Target="../slideLayouts/slideLayout15.xml" /><Relationship Id="rId2" Type="http://schemas.openxmlformats.org/officeDocument/2006/relationships/slideLayout" Target="../slideLayouts/slideLayout14.xml" /><Relationship Id="rId4" Type="http://schemas.openxmlformats.org/officeDocument/2006/relationships/slideLayout" Target="../slideLayouts/slideLayout16.xml" /></Relationships>
</file>

<file path=ppt/slideMasters/_rels/slideMaster3.xml.rels><?xml version="1.0" encoding="UTF-8" standalone="yes"?><Relationships xmlns="http://schemas.openxmlformats.org/package/2006/relationships"><Relationship Id="rId3" Type="http://schemas.openxmlformats.org/officeDocument/2006/relationships/image" Target="media/image5.svg" /><Relationship Id="rId0" Type="http://schemas.openxmlformats.org/officeDocument/2006/relationships/slideLayout" Target="../slideLayouts/slideLayout18.xml" /><Relationship Id="rId2" Type="http://schemas.openxmlformats.org/officeDocument/2006/relationships/image" Target="media/image4.png" /><Relationship Id="rId1" Type="http://schemas.openxmlformats.org/officeDocument/2006/relationships/theme" Target="../theme/theme4.xml" /></Relationships>
</file>

<file path=ppt/slideMasters/_rels/slideMaster4.xml.rels><?xml version="1.0" encoding="UTF-8" standalone="yes"?><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4.png" /><Relationship Id="rId0" Type="http://schemas.openxmlformats.org/officeDocument/2006/relationships/slideLayout" Target="../slideLayouts/slideLayout19.xml" /><Relationship Id="rId1" Type="http://schemas.openxmlformats.org/officeDocument/2006/relationships/theme" Target="../theme/theme5.xml" /></Relationships>
</file>

<file path=ppt/slideMasters/_rels/slideMaster5.xml.rels><?xml version="1.0" encoding="UTF-8" standalone="yes"?><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4.png" /><Relationship Id="rId0" Type="http://schemas.openxmlformats.org/officeDocument/2006/relationships/slideLayout" Target="../slideLayouts/slideLayout20.xml" /><Relationship Id="rId1" Type="http://schemas.openxmlformats.org/officeDocument/2006/relationships/theme" Target="../theme/theme6.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true"/>
          </p:cNvSpPr>
          <p:nvPr>
            <p:ph type="title"/>
          </p:nvPr>
        </p:nvSpPr>
        <p:spPr>
          <a:xfrm>
            <a:off x="608400" y="608400"/>
            <a:ext cx="10969200" cy="705600"/>
          </a:xfrm>
          <a:prstGeom prst="rect">
            <a:avLst/>
          </a:prstGeom>
        </p:spPr>
        <p:txBody>
          <a:bodyPr vert="horz" lIns="90170" tIns="46990" rIns="90170" bIns="46990" rtlCol="false" anchor="ctr" anchorCtr="false">
            <a:normAutofit/>
          </a:bodyPr>
          <a:lstStyle/>
          <a:p>
            <a:pPr/>
            <a:r>
              <a:rPr lang="zh-CN" altLang="en-US" dirty="false"/>
              <a:t>单击此处编辑母版标题样式</a:t>
            </a:r>
            <a:endParaRPr/>
          </a:p>
        </p:txBody>
      </p:sp>
      <p:sp>
        <p:nvSpPr>
          <p:cNvPr id="3" name="文本占位符 2"/>
          <p:cNvSpPr>
            <a:spLocks noGrp="true"/>
          </p:cNvSpPr>
          <p:nvPr>
            <p:ph type="body" idx="1"/>
          </p:nvPr>
        </p:nvSpPr>
        <p:spPr>
          <a:xfrm>
            <a:off x="608400" y="1490400"/>
            <a:ext cx="10969200" cy="4759200"/>
          </a:xfrm>
          <a:prstGeom prst="rect">
            <a:avLst/>
          </a:prstGeom>
        </p:spPr>
        <p:txBody>
          <a:bodyPr vert="horz" lIns="90000" tIns="46800" rIns="90000" bIns="46800" rtlCol="false">
            <a:normAutofit/>
          </a:bodyPr>
          <a:lstStyle/>
          <a:p>
            <a:pPr lvl="0"/>
            <a:r>
              <a:rPr lang="zh-CN" altLang="en-US" dirty="false"/>
              <a:t>单击此处编辑母版文本样式</a:t>
            </a:r>
            <a:endParaRPr/>
          </a:p>
          <a:p>
            <a:pPr lvl="1"/>
            <a:r>
              <a:rPr lang="zh-CN" altLang="en-US" dirty="false"/>
              <a:t>第二级</a:t>
            </a:r>
            <a:endParaRPr/>
          </a:p>
          <a:p>
            <a:pPr lvl="2"/>
            <a:r>
              <a:rPr lang="zh-CN" altLang="en-US" dirty="false"/>
              <a:t>第三级</a:t>
            </a:r>
            <a:endParaRPr/>
          </a:p>
          <a:p>
            <a:pPr lvl="3"/>
            <a:r>
              <a:rPr lang="zh-CN" altLang="en-US" dirty="false"/>
              <a:t>第四级</a:t>
            </a:r>
            <a:endParaRPr/>
          </a:p>
          <a:p>
            <a:pPr lvl="4"/>
            <a:r>
              <a:rPr lang="zh-CN" altLang="en-US" dirty="false"/>
              <a:t>第五级</a:t>
            </a:r>
            <a:endParaRPr/>
          </a:p>
        </p:txBody>
      </p:sp>
      <p:sp>
        <p:nvSpPr>
          <p:cNvPr id="4" name="日期占位符 3"/>
          <p:cNvSpPr>
            <a:spLocks noGrp="true"/>
          </p:cNvSpPr>
          <p:nvPr>
            <p:ph type="dt" sz="half" idx="2"/>
          </p:nvPr>
        </p:nvSpPr>
        <p:spPr>
          <a:xfrm>
            <a:off x="612000" y="6314400"/>
            <a:ext cx="2700000" cy="316800"/>
          </a:xfrm>
          <a:prstGeom prst="rect">
            <a:avLst/>
          </a:prstGeom>
        </p:spPr>
        <p:txBody>
          <a:bodyPr vert="horz" lIns="91440" tIns="45720" rIns="91440" bIns="45720" rtlCol="false"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pPr/>
            <a:fld id="{760FBDFE-C587-4B4C-A407-44438C67B59E}" type="datetimeFigureOut">
              <a:rPr lang="zh-CN" altLang="en-US" smtClean="false"/>
              <a:t>2022/1/5</a:t>
            </a:fld>
            <a:endParaRPr lang="zh-CN" altLang="en-US"/>
          </a:p>
        </p:txBody>
      </p:sp>
      <p:sp>
        <p:nvSpPr>
          <p:cNvPr id="5" name="页脚占位符 4"/>
          <p:cNvSpPr>
            <a:spLocks noGrp="true"/>
          </p:cNvSpPr>
          <p:nvPr>
            <p:ph type="ftr" sz="quarter" idx="3"/>
          </p:nvPr>
        </p:nvSpPr>
        <p:spPr>
          <a:xfrm>
            <a:off x="4116000" y="6314400"/>
            <a:ext cx="3960000" cy="316800"/>
          </a:xfrm>
          <a:prstGeom prst="rect">
            <a:avLst/>
          </a:prstGeom>
        </p:spPr>
        <p:txBody>
          <a:bodyPr vert="horz" lIns="91440" tIns="45720" rIns="91440" bIns="45720" rtlCol="false"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pPr/>
            <a:endParaRPr lang="zh-CN" altLang="en-US" dirty="false"/>
          </a:p>
        </p:txBody>
      </p:sp>
      <p:sp>
        <p:nvSpPr>
          <p:cNvPr id="6" name="灯片编号占位符 5"/>
          <p:cNvSpPr>
            <a:spLocks noGrp="true"/>
          </p:cNvSpPr>
          <p:nvPr>
            <p:ph type="sldNum" sz="quarter" idx="4"/>
          </p:nvPr>
        </p:nvSpPr>
        <p:spPr>
          <a:xfrm>
            <a:off x="8877600" y="6314400"/>
            <a:ext cx="2700000" cy="316800"/>
          </a:xfrm>
          <a:prstGeom prst="rect">
            <a:avLst/>
          </a:prstGeom>
        </p:spPr>
        <p:txBody>
          <a:bodyPr vert="horz" lIns="91440" tIns="45720" rIns="91440" bIns="45720" rtlCol="false"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pPr/>
            <a:fld id="{49AE70B2-8BF9-45C0-BB95-33D1B9D3A854}" type="slidenum">
              <a:rPr lang="zh-CN" altLang="en-US" smtClean="false"/>
              <a:t>‹#›</a:t>
            </a:fld>
            <a:endParaRPr lang="zh-CN" altLang="en-US" dirty="false"/>
          </a:p>
        </p:txBody>
      </p:sp>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l" defTabSz="914400" rtl="false" eaLnBrk="true" fontAlgn="auto" latinLnBrk="false" hangingPunct="true">
        <a:lnSpc>
          <a:spcPct val="100000"/>
        </a:lnSpc>
        <a:spcBef>
          <a:spcPct val="1"/>
        </a:spcBef>
        <a:buNone/>
        <a:defRPr sz="3600" b="true" u="none" strike="noStrike" kern="1200" cap="none" spc="300" normalizeH="false"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false" eaLnBrk="true" fontAlgn="auto" latinLnBrk="false" hangingPunct="true">
        <a:lnSpc>
          <a:spcPct val="130000"/>
        </a:lnSpc>
        <a:spcBef>
          <a:spcPts val="0"/>
        </a:spcBef>
        <a:spcAft>
          <a:spcPts val="1000"/>
        </a:spcAft>
        <a:buFont typeface="Arial" panose="020B0604020202020204" pitchFamily="34" charset="0"/>
        <a:buChar char="●"/>
        <a:defRPr sz="1800" u="none" strike="noStrike" kern="1200" cap="none" spc="150" normalizeH="false"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false" eaLnBrk="true" fontAlgn="auto" latinLnBrk="false" hangingPunct="true">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false"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false" eaLnBrk="true" fontAlgn="auto" latinLnBrk="false" hangingPunct="true">
        <a:lnSpc>
          <a:spcPct val="120000"/>
        </a:lnSpc>
        <a:spcBef>
          <a:spcPts val="0"/>
        </a:spcBef>
        <a:spcAft>
          <a:spcPts val="600"/>
        </a:spcAft>
        <a:buFont typeface="Arial" panose="020B0604020202020204" pitchFamily="34" charset="0"/>
        <a:buChar char="●"/>
        <a:defRPr sz="1600" u="none" strike="noStrike" kern="1200" cap="none" spc="150" normalizeH="false"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false" eaLnBrk="true" fontAlgn="auto" latinLnBrk="false" hangingPunct="true">
        <a:lnSpc>
          <a:spcPct val="120000"/>
        </a:lnSpc>
        <a:spcBef>
          <a:spcPts val="0"/>
        </a:spcBef>
        <a:spcAft>
          <a:spcPts val="300"/>
        </a:spcAft>
        <a:buFont typeface="Wingdings" panose="05000000000000000000" charset="0"/>
        <a:buChar char=""/>
        <a:defRPr sz="1400" u="none" strike="noStrike" kern="1200" cap="none" spc="150" normalizeH="false"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false" eaLnBrk="true" fontAlgn="auto" latinLnBrk="false" hangingPunct="true">
        <a:lnSpc>
          <a:spcPct val="120000"/>
        </a:lnSpc>
        <a:spcBef>
          <a:spcPts val="0"/>
        </a:spcBef>
        <a:spcAft>
          <a:spcPts val="300"/>
        </a:spcAft>
        <a:buFont typeface="Arial" panose="020B0604020202020204" pitchFamily="34" charset="0"/>
        <a:buChar char="•"/>
        <a:defRPr sz="1400" u="none" strike="noStrike" kern="1200" cap="none" spc="150" normalizeH="false"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false" eaLnBrk="true" latinLnBrk="false" hangingPunct="true">
        <a:defRPr sz="1800" kern="1200">
          <a:solidFill>
            <a:schemeClr val="tx1"/>
          </a:solidFill>
          <a:latin typeface="+mn-lt"/>
          <a:ea typeface="+mn-ea"/>
          <a:cs typeface="+mn-cs"/>
        </a:defRPr>
      </a:lvl1pPr>
      <a:lvl2pPr marL="457200" algn="l" defTabSz="914400" rtl="false" eaLnBrk="true" latinLnBrk="false" hangingPunct="true">
        <a:defRPr sz="1800" kern="1200">
          <a:solidFill>
            <a:schemeClr val="tx1"/>
          </a:solidFill>
          <a:latin typeface="+mn-lt"/>
          <a:ea typeface="+mn-ea"/>
          <a:cs typeface="+mn-cs"/>
        </a:defRPr>
      </a:lvl2pPr>
      <a:lvl3pPr marL="914400" algn="l" defTabSz="914400" rtl="false" eaLnBrk="true" latinLnBrk="false" hangingPunct="true">
        <a:defRPr sz="1800" kern="1200">
          <a:solidFill>
            <a:schemeClr val="tx1"/>
          </a:solidFill>
          <a:latin typeface="+mn-lt"/>
          <a:ea typeface="+mn-ea"/>
          <a:cs typeface="+mn-cs"/>
        </a:defRPr>
      </a:lvl3pPr>
      <a:lvl4pPr marL="1371600" algn="l" defTabSz="914400" rtl="false" eaLnBrk="true" latinLnBrk="false" hangingPunct="true">
        <a:defRPr sz="1800" kern="1200">
          <a:solidFill>
            <a:schemeClr val="tx1"/>
          </a:solidFill>
          <a:latin typeface="+mn-lt"/>
          <a:ea typeface="+mn-ea"/>
          <a:cs typeface="+mn-cs"/>
        </a:defRPr>
      </a:lvl4pPr>
      <a:lvl5pPr marL="1828800" algn="l" defTabSz="914400" rtl="false" eaLnBrk="true" latinLnBrk="false" hangingPunct="true">
        <a:defRPr sz="1800" kern="1200">
          <a:solidFill>
            <a:schemeClr val="tx1"/>
          </a:solidFill>
          <a:latin typeface="+mn-lt"/>
          <a:ea typeface="+mn-ea"/>
          <a:cs typeface="+mn-cs"/>
        </a:defRPr>
      </a:lvl5pPr>
      <a:lvl6pPr marL="2286000" algn="l" defTabSz="914400" rtl="false" eaLnBrk="true" latinLnBrk="false" hangingPunct="true">
        <a:defRPr sz="1800" kern="1200">
          <a:solidFill>
            <a:schemeClr val="tx1"/>
          </a:solidFill>
          <a:latin typeface="+mn-lt"/>
          <a:ea typeface="+mn-ea"/>
          <a:cs typeface="+mn-cs"/>
        </a:defRPr>
      </a:lvl6pPr>
      <a:lvl7pPr marL="2743200" algn="l" defTabSz="914400" rtl="false" eaLnBrk="true" latinLnBrk="false" hangingPunct="true">
        <a:defRPr sz="1800" kern="1200">
          <a:solidFill>
            <a:schemeClr val="tx1"/>
          </a:solidFill>
          <a:latin typeface="+mn-lt"/>
          <a:ea typeface="+mn-ea"/>
          <a:cs typeface="+mn-cs"/>
        </a:defRPr>
      </a:lvl7pPr>
      <a:lvl8pPr marL="3200400" algn="l" defTabSz="914400" rtl="false" eaLnBrk="true" latinLnBrk="false" hangingPunct="true">
        <a:defRPr sz="1800" kern="1200">
          <a:solidFill>
            <a:schemeClr val="tx1"/>
          </a:solidFill>
          <a:latin typeface="+mn-lt"/>
          <a:ea typeface="+mn-ea"/>
          <a:cs typeface="+mn-cs"/>
        </a:defRPr>
      </a:lvl8pPr>
      <a:lvl9pPr marL="3657600" algn="l" defTabSz="914400" rtl="false" eaLnBrk="true" latinLnBrk="false" hangingPunct="true">
        <a:defRPr sz="1800" kern="1200">
          <a:solidFill>
            <a:schemeClr val="tx1"/>
          </a:solidFill>
          <a:latin typeface="+mn-lt"/>
          <a:ea typeface="+mn-ea"/>
          <a:cs typeface="+mn-cs"/>
        </a:defRPr>
      </a:lvl9pPr>
    </p:otherStyle>
  </p:txStyles>
</p:sldMaster>
</file>

<file path=ppt/slideMasters/slideMaster2.xml><?xml version="1.0" encoding="utf-8"?>
<p:sldMaster xmlns:p159="http://schemas.microsoft.com/office/powerpoint/2015/09/main"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p159 asvg">
  <p:cSld>
    <p:bg>
      <p:bgPr>
        <a:blipFill dpi="0" rotWithShape="true">
          <a:blip r:embed="rId7">
            <a:lum/>
            <a:extLst>
              <a:ext uri="{96DAC541-7B7A-43D3-8B79-37D633B846F1}">
                <asvg:svgBlip r:embed="rId8"/>
              </a:ext>
            </a:extLst>
          </a:blip>
          <a:srcRect/>
          <a:stretch>
            <a:fillRect l="-162000" r="-162000"/>
          </a:stretch>
        </a:blipFill>
        <a:effectLst/>
      </p:bgPr>
    </p:bg>
    <p:spTree>
      <p:nvGrpSpPr>
        <p:cNvPr id="7"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0"/>
    <p:sldLayoutId id="2147483662" r:id="rId1"/>
    <p:sldLayoutId id="2147483663" r:id="rId2"/>
    <p:sldLayoutId id="2147483664" r:id="rId3"/>
    <p:sldLayoutId id="2147483665" r:id="rId4"/>
    <p:sldLayoutId id="2147483666" r:id="rId5"/>
  </p:sldLayoutIdLst>
  <mc:AlternateContent xmlns:mc="http://schemas.openxmlformats.org/markup-compatibility/2006">
    <mc:Choice Requires="p159">
      <p:transition>
        <p159:morph option="byObject"/>
      </p:transition>
    </mc:Choice>
    <mc:Fallback>
      <p:transition spd="slow">
        <p:fade/>
      </p:transition>
    </mc:Fallback>
  </mc:AlternateContent>
  <p:txStyles>
    <p:titleStyle>
      <a:lvl1pPr algn="l" defTabSz="914400" rtl="false" eaLnBrk="true" latinLnBrk="false" hangingPunct="true">
        <a:lnSpc>
          <a:spcPct val="90000"/>
        </a:lnSpc>
        <a:spcBef>
          <a:spcPct val="1"/>
        </a:spcBef>
        <a:buNone/>
        <a:defRPr sz="4400" kern="1200">
          <a:solidFill>
            <a:schemeClr val="tx1"/>
          </a:solidFill>
          <a:latin typeface="+mj-lt"/>
          <a:ea typeface="+mj-ea"/>
          <a:cs typeface="+mj-cs"/>
        </a:defRPr>
      </a:lvl1pPr>
    </p:titleStyle>
    <p:bodyStyle>
      <a:lvl1pPr marL="228600" indent="-228600" algn="l" defTabSz="914400" rtl="false" eaLnBrk="true" latinLnBrk="false" hangingPunct="true">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false" eaLnBrk="true" latinLnBrk="false" hangingPunct="true">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false" eaLnBrk="true" latinLnBrk="false" hangingPunct="true">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false" eaLnBrk="true" latinLnBrk="false" hangingPunct="true">
        <a:defRPr sz="1800" kern="1200">
          <a:solidFill>
            <a:schemeClr val="tx1"/>
          </a:solidFill>
          <a:latin typeface="+mn-lt"/>
          <a:ea typeface="+mn-ea"/>
          <a:cs typeface="+mn-cs"/>
        </a:defRPr>
      </a:lvl1pPr>
      <a:lvl2pPr marL="457200" algn="l" defTabSz="914400" rtl="false" eaLnBrk="true" latinLnBrk="false" hangingPunct="true">
        <a:defRPr sz="1800" kern="1200">
          <a:solidFill>
            <a:schemeClr val="tx1"/>
          </a:solidFill>
          <a:latin typeface="+mn-lt"/>
          <a:ea typeface="+mn-ea"/>
          <a:cs typeface="+mn-cs"/>
        </a:defRPr>
      </a:lvl2pPr>
      <a:lvl3pPr marL="914400" algn="l" defTabSz="914400" rtl="false" eaLnBrk="true" latinLnBrk="false" hangingPunct="true">
        <a:defRPr sz="1800" kern="1200">
          <a:solidFill>
            <a:schemeClr val="tx1"/>
          </a:solidFill>
          <a:latin typeface="+mn-lt"/>
          <a:ea typeface="+mn-ea"/>
          <a:cs typeface="+mn-cs"/>
        </a:defRPr>
      </a:lvl3pPr>
      <a:lvl4pPr marL="1371600" algn="l" defTabSz="914400" rtl="false" eaLnBrk="true" latinLnBrk="false" hangingPunct="true">
        <a:defRPr sz="1800" kern="1200">
          <a:solidFill>
            <a:schemeClr val="tx1"/>
          </a:solidFill>
          <a:latin typeface="+mn-lt"/>
          <a:ea typeface="+mn-ea"/>
          <a:cs typeface="+mn-cs"/>
        </a:defRPr>
      </a:lvl4pPr>
      <a:lvl5pPr marL="1828800" algn="l" defTabSz="914400" rtl="false" eaLnBrk="true" latinLnBrk="false" hangingPunct="true">
        <a:defRPr sz="1800" kern="1200">
          <a:solidFill>
            <a:schemeClr val="tx1"/>
          </a:solidFill>
          <a:latin typeface="+mn-lt"/>
          <a:ea typeface="+mn-ea"/>
          <a:cs typeface="+mn-cs"/>
        </a:defRPr>
      </a:lvl5pPr>
      <a:lvl6pPr marL="2286000" algn="l" defTabSz="914400" rtl="false" eaLnBrk="true" latinLnBrk="false" hangingPunct="true">
        <a:defRPr sz="1800" kern="1200">
          <a:solidFill>
            <a:schemeClr val="tx1"/>
          </a:solidFill>
          <a:latin typeface="+mn-lt"/>
          <a:ea typeface="+mn-ea"/>
          <a:cs typeface="+mn-cs"/>
        </a:defRPr>
      </a:lvl6pPr>
      <a:lvl7pPr marL="2743200" algn="l" defTabSz="914400" rtl="false" eaLnBrk="true" latinLnBrk="false" hangingPunct="true">
        <a:defRPr sz="1800" kern="1200">
          <a:solidFill>
            <a:schemeClr val="tx1"/>
          </a:solidFill>
          <a:latin typeface="+mn-lt"/>
          <a:ea typeface="+mn-ea"/>
          <a:cs typeface="+mn-cs"/>
        </a:defRPr>
      </a:lvl7pPr>
      <a:lvl8pPr marL="3200400" algn="l" defTabSz="914400" rtl="false" eaLnBrk="true" latinLnBrk="false" hangingPunct="true">
        <a:defRPr sz="1800" kern="1200">
          <a:solidFill>
            <a:schemeClr val="tx1"/>
          </a:solidFill>
          <a:latin typeface="+mn-lt"/>
          <a:ea typeface="+mn-ea"/>
          <a:cs typeface="+mn-cs"/>
        </a:defRPr>
      </a:lvl8pPr>
      <a:lvl9pPr marL="3657600" algn="l" defTabSz="914400" rtl="false" eaLnBrk="true" latinLnBrk="false" hangingPunct="true">
        <a:defRPr sz="1800" kern="1200">
          <a:solidFill>
            <a:schemeClr val="tx1"/>
          </a:solidFill>
          <a:latin typeface="+mn-lt"/>
          <a:ea typeface="+mn-ea"/>
          <a:cs typeface="+mn-cs"/>
        </a:defRPr>
      </a:lvl9pPr>
    </p:otherStyle>
  </p:txStyles>
</p:sldMaster>
</file>

<file path=ppt/slideMasters/slideMaster3.xml><?xml version="1.0" encoding="utf-8"?>
<p:sldMaster xmlns:p159="http://schemas.microsoft.com/office/powerpoint/2015/09/main"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p159 asvg">
  <p:cSld>
    <p:bg>
      <p:bgPr>
        <a:blipFill dpi="0" rotWithShape="true">
          <a:blip r:embed="rId2">
            <a:lum/>
            <a:extLst>
              <a:ext uri="{96DAC541-7B7A-43D3-8B79-37D633B846F1}">
                <asvg:svgBlip r:embed="rId3"/>
              </a:ext>
            </a:extLst>
          </a:blip>
          <a:srcRect/>
          <a:stretch>
            <a:fillRect l="-162000" r="-162000"/>
          </a:stretch>
        </a:blipFill>
        <a:effectLst/>
      </p:bgPr>
    </p:bg>
    <p:spTree>
      <p:nvGrpSpPr>
        <p:cNvPr id="8"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8" r:id="rId0"/>
  </p:sldLayoutIdLst>
  <mc:AlternateContent xmlns:mc="http://schemas.openxmlformats.org/markup-compatibility/2006">
    <mc:Choice Requires="p159">
      <p:transition>
        <p159:morph option="byObject"/>
      </p:transition>
    </mc:Choice>
    <mc:Fallback>
      <p:transition spd="slow">
        <p:fade/>
      </p:transition>
    </mc:Fallback>
  </mc:AlternateContent>
  <p:txStyles>
    <p:titleStyle>
      <a:lvl1pPr algn="l" defTabSz="914400" rtl="false" eaLnBrk="true" latinLnBrk="false" hangingPunct="true">
        <a:lnSpc>
          <a:spcPct val="90000"/>
        </a:lnSpc>
        <a:spcBef>
          <a:spcPct val="1"/>
        </a:spcBef>
        <a:buNone/>
        <a:defRPr sz="4400" kern="1200">
          <a:solidFill>
            <a:schemeClr val="tx1"/>
          </a:solidFill>
          <a:latin typeface="+mj-lt"/>
          <a:ea typeface="+mj-ea"/>
          <a:cs typeface="+mj-cs"/>
        </a:defRPr>
      </a:lvl1pPr>
    </p:titleStyle>
    <p:bodyStyle>
      <a:lvl1pPr marL="228600" indent="-228600" algn="l" defTabSz="914400" rtl="false" eaLnBrk="true" latinLnBrk="false" hangingPunct="true">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false" eaLnBrk="true" latinLnBrk="false" hangingPunct="true">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false" eaLnBrk="true" latinLnBrk="false" hangingPunct="true">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false" eaLnBrk="true" latinLnBrk="false" hangingPunct="true">
        <a:defRPr sz="1800" kern="1200">
          <a:solidFill>
            <a:schemeClr val="tx1"/>
          </a:solidFill>
          <a:latin typeface="+mn-lt"/>
          <a:ea typeface="+mn-ea"/>
          <a:cs typeface="+mn-cs"/>
        </a:defRPr>
      </a:lvl1pPr>
      <a:lvl2pPr marL="457200" algn="l" defTabSz="914400" rtl="false" eaLnBrk="true" latinLnBrk="false" hangingPunct="true">
        <a:defRPr sz="1800" kern="1200">
          <a:solidFill>
            <a:schemeClr val="tx1"/>
          </a:solidFill>
          <a:latin typeface="+mn-lt"/>
          <a:ea typeface="+mn-ea"/>
          <a:cs typeface="+mn-cs"/>
        </a:defRPr>
      </a:lvl2pPr>
      <a:lvl3pPr marL="914400" algn="l" defTabSz="914400" rtl="false" eaLnBrk="true" latinLnBrk="false" hangingPunct="true">
        <a:defRPr sz="1800" kern="1200">
          <a:solidFill>
            <a:schemeClr val="tx1"/>
          </a:solidFill>
          <a:latin typeface="+mn-lt"/>
          <a:ea typeface="+mn-ea"/>
          <a:cs typeface="+mn-cs"/>
        </a:defRPr>
      </a:lvl3pPr>
      <a:lvl4pPr marL="1371600" algn="l" defTabSz="914400" rtl="false" eaLnBrk="true" latinLnBrk="false" hangingPunct="true">
        <a:defRPr sz="1800" kern="1200">
          <a:solidFill>
            <a:schemeClr val="tx1"/>
          </a:solidFill>
          <a:latin typeface="+mn-lt"/>
          <a:ea typeface="+mn-ea"/>
          <a:cs typeface="+mn-cs"/>
        </a:defRPr>
      </a:lvl4pPr>
      <a:lvl5pPr marL="1828800" algn="l" defTabSz="914400" rtl="false" eaLnBrk="true" latinLnBrk="false" hangingPunct="true">
        <a:defRPr sz="1800" kern="1200">
          <a:solidFill>
            <a:schemeClr val="tx1"/>
          </a:solidFill>
          <a:latin typeface="+mn-lt"/>
          <a:ea typeface="+mn-ea"/>
          <a:cs typeface="+mn-cs"/>
        </a:defRPr>
      </a:lvl5pPr>
      <a:lvl6pPr marL="2286000" algn="l" defTabSz="914400" rtl="false" eaLnBrk="true" latinLnBrk="false" hangingPunct="true">
        <a:defRPr sz="1800" kern="1200">
          <a:solidFill>
            <a:schemeClr val="tx1"/>
          </a:solidFill>
          <a:latin typeface="+mn-lt"/>
          <a:ea typeface="+mn-ea"/>
          <a:cs typeface="+mn-cs"/>
        </a:defRPr>
      </a:lvl6pPr>
      <a:lvl7pPr marL="2743200" algn="l" defTabSz="914400" rtl="false" eaLnBrk="true" latinLnBrk="false" hangingPunct="true">
        <a:defRPr sz="1800" kern="1200">
          <a:solidFill>
            <a:schemeClr val="tx1"/>
          </a:solidFill>
          <a:latin typeface="+mn-lt"/>
          <a:ea typeface="+mn-ea"/>
          <a:cs typeface="+mn-cs"/>
        </a:defRPr>
      </a:lvl7pPr>
      <a:lvl8pPr marL="3200400" algn="l" defTabSz="914400" rtl="false" eaLnBrk="true" latinLnBrk="false" hangingPunct="true">
        <a:defRPr sz="1800" kern="1200">
          <a:solidFill>
            <a:schemeClr val="tx1"/>
          </a:solidFill>
          <a:latin typeface="+mn-lt"/>
          <a:ea typeface="+mn-ea"/>
          <a:cs typeface="+mn-cs"/>
        </a:defRPr>
      </a:lvl8pPr>
      <a:lvl9pPr marL="3657600" algn="l" defTabSz="914400" rtl="false" eaLnBrk="true" latinLnBrk="false" hangingPunct="true">
        <a:defRPr sz="1800" kern="1200">
          <a:solidFill>
            <a:schemeClr val="tx1"/>
          </a:solidFill>
          <a:latin typeface="+mn-lt"/>
          <a:ea typeface="+mn-ea"/>
          <a:cs typeface="+mn-cs"/>
        </a:defRPr>
      </a:lvl9pPr>
    </p:otherStyle>
  </p:txStyles>
</p:sldMaster>
</file>

<file path=ppt/slideMasters/slideMaster4.xml><?xml version="1.0" encoding="utf-8"?>
<p:sldMaster xmlns:p159="http://schemas.microsoft.com/office/powerpoint/2015/09/main"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p159 asvg">
  <p:cSld>
    <p:bg>
      <p:bgPr>
        <a:blipFill dpi="0" rotWithShape="true">
          <a:blip r:embed="rId2">
            <a:lum/>
            <a:extLst>
              <a:ext uri="{96DAC541-7B7A-43D3-8B79-37D633B846F1}">
                <asvg:svgBlip r:embed="rId3"/>
              </a:ext>
            </a:extLst>
          </a:blip>
          <a:srcRect/>
          <a:stretch>
            <a:fillRect l="-162000" r="-162000"/>
          </a:stretch>
        </a:blipFill>
        <a:effectLst/>
      </p:bgPr>
    </p:bg>
    <p:spTree>
      <p:nvGrpSpPr>
        <p:cNvPr id="9"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0"/>
  </p:sldLayoutIdLst>
  <mc:AlternateContent xmlns:mc="http://schemas.openxmlformats.org/markup-compatibility/2006">
    <mc:Choice Requires="p159">
      <p:transition>
        <p159:morph option="byObject"/>
      </p:transition>
    </mc:Choice>
    <mc:Fallback>
      <p:transition spd="slow">
        <p:fade/>
      </p:transition>
    </mc:Fallback>
  </mc:AlternateContent>
  <p:txStyles>
    <p:titleStyle>
      <a:lvl1pPr algn="l" defTabSz="914400" rtl="false" eaLnBrk="true" latinLnBrk="false" hangingPunct="true">
        <a:lnSpc>
          <a:spcPct val="90000"/>
        </a:lnSpc>
        <a:spcBef>
          <a:spcPct val="1"/>
        </a:spcBef>
        <a:buNone/>
        <a:defRPr sz="4400" kern="1200">
          <a:solidFill>
            <a:schemeClr val="tx1"/>
          </a:solidFill>
          <a:latin typeface="+mj-lt"/>
          <a:ea typeface="+mj-ea"/>
          <a:cs typeface="+mj-cs"/>
        </a:defRPr>
      </a:lvl1pPr>
    </p:titleStyle>
    <p:bodyStyle>
      <a:lvl1pPr marL="228600" indent="-228600" algn="l" defTabSz="914400" rtl="false" eaLnBrk="true" latinLnBrk="false" hangingPunct="true">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false" eaLnBrk="true" latinLnBrk="false" hangingPunct="true">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false" eaLnBrk="true" latinLnBrk="false" hangingPunct="true">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false" eaLnBrk="true" latinLnBrk="false" hangingPunct="true">
        <a:defRPr sz="1800" kern="1200">
          <a:solidFill>
            <a:schemeClr val="tx1"/>
          </a:solidFill>
          <a:latin typeface="+mn-lt"/>
          <a:ea typeface="+mn-ea"/>
          <a:cs typeface="+mn-cs"/>
        </a:defRPr>
      </a:lvl1pPr>
      <a:lvl2pPr marL="457200" algn="l" defTabSz="914400" rtl="false" eaLnBrk="true" latinLnBrk="false" hangingPunct="true">
        <a:defRPr sz="1800" kern="1200">
          <a:solidFill>
            <a:schemeClr val="tx1"/>
          </a:solidFill>
          <a:latin typeface="+mn-lt"/>
          <a:ea typeface="+mn-ea"/>
          <a:cs typeface="+mn-cs"/>
        </a:defRPr>
      </a:lvl2pPr>
      <a:lvl3pPr marL="914400" algn="l" defTabSz="914400" rtl="false" eaLnBrk="true" latinLnBrk="false" hangingPunct="true">
        <a:defRPr sz="1800" kern="1200">
          <a:solidFill>
            <a:schemeClr val="tx1"/>
          </a:solidFill>
          <a:latin typeface="+mn-lt"/>
          <a:ea typeface="+mn-ea"/>
          <a:cs typeface="+mn-cs"/>
        </a:defRPr>
      </a:lvl3pPr>
      <a:lvl4pPr marL="1371600" algn="l" defTabSz="914400" rtl="false" eaLnBrk="true" latinLnBrk="false" hangingPunct="true">
        <a:defRPr sz="1800" kern="1200">
          <a:solidFill>
            <a:schemeClr val="tx1"/>
          </a:solidFill>
          <a:latin typeface="+mn-lt"/>
          <a:ea typeface="+mn-ea"/>
          <a:cs typeface="+mn-cs"/>
        </a:defRPr>
      </a:lvl4pPr>
      <a:lvl5pPr marL="1828800" algn="l" defTabSz="914400" rtl="false" eaLnBrk="true" latinLnBrk="false" hangingPunct="true">
        <a:defRPr sz="1800" kern="1200">
          <a:solidFill>
            <a:schemeClr val="tx1"/>
          </a:solidFill>
          <a:latin typeface="+mn-lt"/>
          <a:ea typeface="+mn-ea"/>
          <a:cs typeface="+mn-cs"/>
        </a:defRPr>
      </a:lvl5pPr>
      <a:lvl6pPr marL="2286000" algn="l" defTabSz="914400" rtl="false" eaLnBrk="true" latinLnBrk="false" hangingPunct="true">
        <a:defRPr sz="1800" kern="1200">
          <a:solidFill>
            <a:schemeClr val="tx1"/>
          </a:solidFill>
          <a:latin typeface="+mn-lt"/>
          <a:ea typeface="+mn-ea"/>
          <a:cs typeface="+mn-cs"/>
        </a:defRPr>
      </a:lvl6pPr>
      <a:lvl7pPr marL="2743200" algn="l" defTabSz="914400" rtl="false" eaLnBrk="true" latinLnBrk="false" hangingPunct="true">
        <a:defRPr sz="1800" kern="1200">
          <a:solidFill>
            <a:schemeClr val="tx1"/>
          </a:solidFill>
          <a:latin typeface="+mn-lt"/>
          <a:ea typeface="+mn-ea"/>
          <a:cs typeface="+mn-cs"/>
        </a:defRPr>
      </a:lvl7pPr>
      <a:lvl8pPr marL="3200400" algn="l" defTabSz="914400" rtl="false" eaLnBrk="true" latinLnBrk="false" hangingPunct="true">
        <a:defRPr sz="1800" kern="1200">
          <a:solidFill>
            <a:schemeClr val="tx1"/>
          </a:solidFill>
          <a:latin typeface="+mn-lt"/>
          <a:ea typeface="+mn-ea"/>
          <a:cs typeface="+mn-cs"/>
        </a:defRPr>
      </a:lvl8pPr>
      <a:lvl9pPr marL="3657600" algn="l" defTabSz="914400" rtl="false" eaLnBrk="true" latinLnBrk="false" hangingPunct="true">
        <a:defRPr sz="1800" kern="1200">
          <a:solidFill>
            <a:schemeClr val="tx1"/>
          </a:solidFill>
          <a:latin typeface="+mn-lt"/>
          <a:ea typeface="+mn-ea"/>
          <a:cs typeface="+mn-cs"/>
        </a:defRPr>
      </a:lvl9pPr>
    </p:otherStyle>
  </p:txStyles>
</p:sldMaster>
</file>

<file path=ppt/slideMasters/slideMaster5.xml><?xml version="1.0" encoding="utf-8"?>
<p:sldMaster xmlns:p159="http://schemas.microsoft.com/office/powerpoint/2015/09/main"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p159 asvg">
  <p:cSld>
    <p:bg>
      <p:bgPr>
        <a:blipFill dpi="0" rotWithShape="true">
          <a:blip r:embed="rId2">
            <a:lum/>
            <a:extLst>
              <a:ext uri="{96DAC541-7B7A-43D3-8B79-37D633B846F1}">
                <asvg:svgBlip r:embed="rId3"/>
              </a:ext>
            </a:extLst>
          </a:blip>
          <a:srcRect/>
          <a:stretch>
            <a:fillRect l="-162000" r="-162000"/>
          </a:stretch>
        </a:blipFill>
        <a:effectLst/>
      </p:bgPr>
    </p:bg>
    <p:spTree>
      <p:nvGrpSpPr>
        <p:cNvPr id="10"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0"/>
  </p:sldLayoutIdLst>
  <mc:AlternateContent xmlns:mc="http://schemas.openxmlformats.org/markup-compatibility/2006">
    <mc:Choice Requires="p159">
      <p:transition>
        <p159:morph option="byObject"/>
      </p:transition>
    </mc:Choice>
    <mc:Fallback>
      <p:transition spd="slow">
        <p:fade/>
      </p:transition>
    </mc:Fallback>
  </mc:AlternateContent>
  <p:txStyles>
    <p:titleStyle>
      <a:lvl1pPr algn="l" defTabSz="914400" rtl="false" eaLnBrk="true" latinLnBrk="false" hangingPunct="true">
        <a:lnSpc>
          <a:spcPct val="90000"/>
        </a:lnSpc>
        <a:spcBef>
          <a:spcPct val="1"/>
        </a:spcBef>
        <a:buNone/>
        <a:defRPr sz="4400" kern="1200">
          <a:solidFill>
            <a:schemeClr val="tx1"/>
          </a:solidFill>
          <a:latin typeface="+mj-lt"/>
          <a:ea typeface="+mj-ea"/>
          <a:cs typeface="+mj-cs"/>
        </a:defRPr>
      </a:lvl1pPr>
    </p:titleStyle>
    <p:bodyStyle>
      <a:lvl1pPr marL="228600" indent="-228600" algn="l" defTabSz="914400" rtl="false" eaLnBrk="true" latinLnBrk="false" hangingPunct="true">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false" eaLnBrk="true" latinLnBrk="false" hangingPunct="true">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false" eaLnBrk="true" latinLnBrk="false" hangingPunct="true">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false" eaLnBrk="true" latinLnBrk="false" hangingPunct="true">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false" eaLnBrk="true" latinLnBrk="false" hangingPunct="true">
        <a:defRPr sz="1800" kern="1200">
          <a:solidFill>
            <a:schemeClr val="tx1"/>
          </a:solidFill>
          <a:latin typeface="+mn-lt"/>
          <a:ea typeface="+mn-ea"/>
          <a:cs typeface="+mn-cs"/>
        </a:defRPr>
      </a:lvl1pPr>
      <a:lvl2pPr marL="457200" algn="l" defTabSz="914400" rtl="false" eaLnBrk="true" latinLnBrk="false" hangingPunct="true">
        <a:defRPr sz="1800" kern="1200">
          <a:solidFill>
            <a:schemeClr val="tx1"/>
          </a:solidFill>
          <a:latin typeface="+mn-lt"/>
          <a:ea typeface="+mn-ea"/>
          <a:cs typeface="+mn-cs"/>
        </a:defRPr>
      </a:lvl2pPr>
      <a:lvl3pPr marL="914400" algn="l" defTabSz="914400" rtl="false" eaLnBrk="true" latinLnBrk="false" hangingPunct="true">
        <a:defRPr sz="1800" kern="1200">
          <a:solidFill>
            <a:schemeClr val="tx1"/>
          </a:solidFill>
          <a:latin typeface="+mn-lt"/>
          <a:ea typeface="+mn-ea"/>
          <a:cs typeface="+mn-cs"/>
        </a:defRPr>
      </a:lvl3pPr>
      <a:lvl4pPr marL="1371600" algn="l" defTabSz="914400" rtl="false" eaLnBrk="true" latinLnBrk="false" hangingPunct="true">
        <a:defRPr sz="1800" kern="1200">
          <a:solidFill>
            <a:schemeClr val="tx1"/>
          </a:solidFill>
          <a:latin typeface="+mn-lt"/>
          <a:ea typeface="+mn-ea"/>
          <a:cs typeface="+mn-cs"/>
        </a:defRPr>
      </a:lvl4pPr>
      <a:lvl5pPr marL="1828800" algn="l" defTabSz="914400" rtl="false" eaLnBrk="true" latinLnBrk="false" hangingPunct="true">
        <a:defRPr sz="1800" kern="1200">
          <a:solidFill>
            <a:schemeClr val="tx1"/>
          </a:solidFill>
          <a:latin typeface="+mn-lt"/>
          <a:ea typeface="+mn-ea"/>
          <a:cs typeface="+mn-cs"/>
        </a:defRPr>
      </a:lvl5pPr>
      <a:lvl6pPr marL="2286000" algn="l" defTabSz="914400" rtl="false" eaLnBrk="true" latinLnBrk="false" hangingPunct="true">
        <a:defRPr sz="1800" kern="1200">
          <a:solidFill>
            <a:schemeClr val="tx1"/>
          </a:solidFill>
          <a:latin typeface="+mn-lt"/>
          <a:ea typeface="+mn-ea"/>
          <a:cs typeface="+mn-cs"/>
        </a:defRPr>
      </a:lvl6pPr>
      <a:lvl7pPr marL="2743200" algn="l" defTabSz="914400" rtl="false" eaLnBrk="true" latinLnBrk="false" hangingPunct="true">
        <a:defRPr sz="1800" kern="1200">
          <a:solidFill>
            <a:schemeClr val="tx1"/>
          </a:solidFill>
          <a:latin typeface="+mn-lt"/>
          <a:ea typeface="+mn-ea"/>
          <a:cs typeface="+mn-cs"/>
        </a:defRPr>
      </a:lvl7pPr>
      <a:lvl8pPr marL="3200400" algn="l" defTabSz="914400" rtl="false" eaLnBrk="true" latinLnBrk="false" hangingPunct="true">
        <a:defRPr sz="1800" kern="1200">
          <a:solidFill>
            <a:schemeClr val="tx1"/>
          </a:solidFill>
          <a:latin typeface="+mn-lt"/>
          <a:ea typeface="+mn-ea"/>
          <a:cs typeface="+mn-cs"/>
        </a:defRPr>
      </a:lvl8pPr>
      <a:lvl9pPr marL="3657600" algn="l" defTabSz="914400" rtl="false" eaLnBrk="true" latinLnBrk="false" hangingPunct="true">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notesSlide" Target="../notesSlides/notesSlide18.xml" /><Relationship Id="rId0" Type="http://schemas.openxmlformats.org/officeDocument/2006/relationships/slideLayout" Target="../slideLayouts/slideLayout12.xml" /></Relationships>
</file>

<file path=ppt/slides/_rels/slide2.xml.rels><?xml version="1.0" encoding="UTF-8" standalone="yes"?><Relationships xmlns="http://schemas.openxmlformats.org/package/2006/relationships"><Relationship Id="rId1" Type="http://schemas.openxmlformats.org/officeDocument/2006/relationships/notesSlide" Target="../notesSlides/notesSlide19.xml" /><Relationship Id="rId0" Type="http://schemas.openxmlformats.org/officeDocument/2006/relationships/slideLayout" Target="../slideLayouts/slideLayout13.xml" /></Relationships>
</file>

<file path=ppt/slides/_rels/slide3.xml.rels><?xml version="1.0" encoding="UTF-8" standalone="yes"?><Relationships xmlns="http://schemas.openxmlformats.org/package/2006/relationships"><Relationship Id="rId1" Type="http://schemas.openxmlformats.org/officeDocument/2006/relationships/notesSlide" Target="../notesSlides/notesSlide20.xml" /><Relationship Id="rId0" Type="http://schemas.openxmlformats.org/officeDocument/2006/relationships/slideLayout" Target="../slideLayouts/slideLayout14.xml" /></Relationships>
</file>

<file path=ppt/slides/_rels/slide4.xml.rels><?xml version="1.0" encoding="UTF-8" standalone="yes"?><Relationships xmlns="http://schemas.openxmlformats.org/package/2006/relationships"><Relationship Id="rId1" Type="http://schemas.openxmlformats.org/officeDocument/2006/relationships/notesSlide" Target="../notesSlides/notesSlide21.xml" /><Relationship Id="rId0" Type="http://schemas.openxmlformats.org/officeDocument/2006/relationships/slideLayout" Target="../slideLayouts/slideLayout15.xml" /></Relationships>
</file>

<file path=ppt/slides/_rels/slide5.xml.rels><?xml version="1.0" encoding="UTF-8" standalone="yes"?><Relationships xmlns="http://schemas.openxmlformats.org/package/2006/relationships"><Relationship Id="rId1" Type="http://schemas.openxmlformats.org/officeDocument/2006/relationships/notesSlide" Target="../notesSlides/notesSlide22.xml" /><Relationship Id="rId0" Type="http://schemas.openxmlformats.org/officeDocument/2006/relationships/slideLayout" Target="../slideLayouts/slideLayout15.xml" /></Relationships>
</file>

<file path=ppt/slides/_rels/slide6.xml.rels><?xml version="1.0" encoding="UTF-8" standalone="yes"?><Relationships xmlns="http://schemas.openxmlformats.org/package/2006/relationships"><Relationship Id="rId1" Type="http://schemas.openxmlformats.org/officeDocument/2006/relationships/notesSlide" Target="../notesSlides/notesSlide1.xml" /><Relationship Id="rId0" Type="http://schemas.openxmlformats.org/officeDocument/2006/relationships/slideLayout" Target="../slideLayouts/slideLayout15.xml" /></Relationships>
</file>

<file path=ppt/slides/_rels/slide7.xml.rels><?xml version="1.0" encoding="UTF-8" standalone="yes"?><Relationships xmlns="http://schemas.openxmlformats.org/package/2006/relationships"><Relationship Id="rId1" Type="http://schemas.openxmlformats.org/officeDocument/2006/relationships/notesSlide" Target="../notesSlides/notesSlide2.xml" /><Relationship Id="rId0" Type="http://schemas.openxmlformats.org/officeDocument/2006/relationships/slideLayout" Target="../slideLayouts/slideLayout15.xml" /></Relationships>
</file>

<file path=ppt/slides/_rels/slide8.xml.rels><?xml version="1.0" encoding="UTF-8" standalone="yes"?><Relationships xmlns="http://schemas.openxmlformats.org/package/2006/relationships"><Relationship Id="rId1" Type="http://schemas.openxmlformats.org/officeDocument/2006/relationships/notesSlide" Target="../notesSlides/notesSlide3.xml" /><Relationship Id="rId0" Type="http://schemas.openxmlformats.org/officeDocument/2006/relationships/slideLayout" Target="../slideLayouts/slideLayout15.xml" /></Relationships>
</file>

<file path=ppt/slides/_rels/slide9.xml.rels><?xml version="1.0" encoding="UTF-8" standalone="yes"?><Relationships xmlns="http://schemas.openxmlformats.org/package/2006/relationships"><Relationship Id="rId1" Type="http://schemas.openxmlformats.org/officeDocument/2006/relationships/notesSlide" Target="../notesSlides/notesSlide4.xml" /><Relationship Id="rId0" Type="http://schemas.openxmlformats.org/officeDocument/2006/relationships/slideLayout" Target="../slideLayouts/slideLayout15.xml" /></Relationships>
</file>

<file path=ppt/slides/_rels/slide10.xml.rels><?xml version="1.0" encoding="UTF-8" standalone="yes"?><Relationships xmlns="http://schemas.openxmlformats.org/package/2006/relationships"><Relationship Id="rId1" Type="http://schemas.openxmlformats.org/officeDocument/2006/relationships/notesSlide" Target="../notesSlides/notesSlide5.xml" /><Relationship Id="rId0" Type="http://schemas.openxmlformats.org/officeDocument/2006/relationships/slideLayout" Target="../slideLayouts/slideLayout14.xml" /></Relationships>
</file>

<file path=ppt/slides/_rels/slide11.xml.rels><?xml version="1.0" encoding="UTF-8" standalone="yes"?><Relationships xmlns="http://schemas.openxmlformats.org/package/2006/relationships"><Relationship Id="rId9" Type="http://schemas.openxmlformats.org/officeDocument/2006/relationships/image" Target="media/image25.svg" /><Relationship Id="rId7" Type="http://schemas.openxmlformats.org/officeDocument/2006/relationships/image" Target="media/image23.svg" /><Relationship Id="rId6" Type="http://schemas.openxmlformats.org/officeDocument/2006/relationships/image" Target="media/image22.png" /><Relationship Id="rId5" Type="http://schemas.openxmlformats.org/officeDocument/2006/relationships/image" Target="media/image21.svg" /><Relationship Id="rId3" Type="http://schemas.openxmlformats.org/officeDocument/2006/relationships/image" Target="media/image19.svg" /><Relationship Id="rId1" Type="http://schemas.openxmlformats.org/officeDocument/2006/relationships/notesSlide" Target="../notesSlides/notesSlide6.xml" /><Relationship Id="rId0" Type="http://schemas.openxmlformats.org/officeDocument/2006/relationships/slideLayout" Target="../slideLayouts/slideLayout15.xml" /><Relationship Id="rId10" Type="http://schemas.openxmlformats.org/officeDocument/2006/relationships/image" Target="media/image26.png" /><Relationship Id="rId11" Type="http://schemas.openxmlformats.org/officeDocument/2006/relationships/image" Target="media/image27.svg" /><Relationship Id="rId8" Type="http://schemas.openxmlformats.org/officeDocument/2006/relationships/image" Target="media/image24.png" /><Relationship Id="rId4" Type="http://schemas.openxmlformats.org/officeDocument/2006/relationships/image" Target="media/image20.png" /><Relationship Id="rId12" Type="http://schemas.openxmlformats.org/officeDocument/2006/relationships/image" Target="media/image8.png" /><Relationship Id="rId2" Type="http://schemas.openxmlformats.org/officeDocument/2006/relationships/image" Target="media/image18.png" /></Relationships>
</file>

<file path=ppt/slides/_rels/slide12.xml.rels><?xml version="1.0" encoding="UTF-8" standalone="yes"?><Relationships xmlns="http://schemas.openxmlformats.org/package/2006/relationships"><Relationship Id="rId1" Type="http://schemas.openxmlformats.org/officeDocument/2006/relationships/notesSlide" Target="../notesSlides/notesSlide7.xml" /><Relationship Id="rId0" Type="http://schemas.openxmlformats.org/officeDocument/2006/relationships/slideLayout" Target="../slideLayouts/slideLayout15.xml" /></Relationships>
</file>

<file path=ppt/slides/_rels/slide13.xml.rels><?xml version="1.0" encoding="UTF-8" standalone="yes"?><Relationships xmlns="http://schemas.openxmlformats.org/package/2006/relationships"><Relationship Id="rId1" Type="http://schemas.openxmlformats.org/officeDocument/2006/relationships/notesSlide" Target="../notesSlides/notesSlide8.xml" /><Relationship Id="rId0" Type="http://schemas.openxmlformats.org/officeDocument/2006/relationships/slideLayout" Target="../slideLayouts/slideLayout15.xml" /></Relationships>
</file>

<file path=ppt/slides/_rels/slide14.xml.rels><?xml version="1.0" encoding="UTF-8" standalone="yes"?><Relationships xmlns="http://schemas.openxmlformats.org/package/2006/relationships"><Relationship Id="rId1" Type="http://schemas.openxmlformats.org/officeDocument/2006/relationships/notesSlide" Target="../notesSlides/notesSlide9.xml" /><Relationship Id="rId0" Type="http://schemas.openxmlformats.org/officeDocument/2006/relationships/slideLayout" Target="../slideLayouts/slideLayout15.xml" /></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15.xml" /></Relationships>
</file>

<file path=ppt/slides/_rels/slide16.xml.rels><?xml version="1.0" encoding="UTF-8" standalone="yes"?><Relationships xmlns="http://schemas.openxmlformats.org/package/2006/relationships"><Relationship Id="rId1" Type="http://schemas.openxmlformats.org/officeDocument/2006/relationships/notesSlide" Target="../notesSlides/notesSlide10.xml" /><Relationship Id="rId0" Type="http://schemas.openxmlformats.org/officeDocument/2006/relationships/slideLayout" Target="../slideLayouts/slideLayout14.xml" /></Relationships>
</file>

<file path=ppt/slides/_rels/slide17.xml.rels><?xml version="1.0" encoding="UTF-8" standalone="yes"?><Relationships xmlns="http://schemas.openxmlformats.org/package/2006/relationships"><Relationship Id="rId4" Type="http://schemas.openxmlformats.org/officeDocument/2006/relationships/image" Target="media/image29.jpg" /><Relationship Id="rId3" Type="http://schemas.openxmlformats.org/officeDocument/2006/relationships/image" Target="media/image28.jpg" /><Relationship Id="rId5" Type="http://schemas.openxmlformats.org/officeDocument/2006/relationships/image" Target="media/image30.jpg" /><Relationship Id="rId0" Type="http://schemas.openxmlformats.org/officeDocument/2006/relationships/slideLayout" Target="../slideLayouts/slideLayout15.xml" /><Relationship Id="rId2" Type="http://schemas.openxmlformats.org/officeDocument/2006/relationships/image" Target="media/image8.png" /><Relationship Id="rId1" Type="http://schemas.openxmlformats.org/officeDocument/2006/relationships/notesSlide" Target="../notesSlides/notesSlide11.xml" /></Relationships>
</file>

<file path=ppt/slides/_rels/slide18.xml.rels><?xml version="1.0" encoding="UTF-8" standalone="yes"?><Relationships xmlns="http://schemas.openxmlformats.org/package/2006/relationships"><Relationship Id="rId1" Type="http://schemas.openxmlformats.org/officeDocument/2006/relationships/image" Target="media/image8.png" /><Relationship Id="rId0" Type="http://schemas.openxmlformats.org/officeDocument/2006/relationships/slideLayout" Target="../slideLayouts/slideLayout15.xml" /></Relationships>
</file>

<file path=ppt/slides/_rels/slide19.xml.rels><?xml version="1.0" encoding="UTF-8" standalone="yes"?><Relationships xmlns="http://schemas.openxmlformats.org/package/2006/relationships"><Relationship Id="rId2" Type="http://schemas.openxmlformats.org/officeDocument/2006/relationships/image" Target="media/image8.png" /><Relationship Id="rId0" Type="http://schemas.openxmlformats.org/officeDocument/2006/relationships/slideLayout" Target="../slideLayouts/slideLayout15.xml" /><Relationship Id="rId1" Type="http://schemas.openxmlformats.org/officeDocument/2006/relationships/notesSlide" Target="../notesSlides/notesSlide12.xml" /></Relationships>
</file>

<file path=ppt/slides/_rels/slide20.xml.rels><?xml version="1.0" encoding="UTF-8" standalone="yes"?><Relationships xmlns="http://schemas.openxmlformats.org/package/2006/relationships"><Relationship Id="rId1" Type="http://schemas.openxmlformats.org/officeDocument/2006/relationships/image" Target="media/image8.png" /><Relationship Id="rId0" Type="http://schemas.openxmlformats.org/officeDocument/2006/relationships/slideLayout" Target="../slideLayouts/slideLayout15.xml" /></Relationships>
</file>

<file path=ppt/slides/_rels/slide21.xml.rels><?xml version="1.0" encoding="UTF-8" standalone="yes"?><Relationships xmlns="http://schemas.openxmlformats.org/package/2006/relationships"><Relationship Id="rId1" Type="http://schemas.openxmlformats.org/officeDocument/2006/relationships/notesSlide" Target="../notesSlides/notesSlide13.xml" /><Relationship Id="rId0" Type="http://schemas.openxmlformats.org/officeDocument/2006/relationships/slideLayout" Target="../slideLayouts/slideLayout14.xml" /></Relationships>
</file>

<file path=ppt/slides/_rels/slide22.xml.rels><?xml version="1.0" encoding="UTF-8" standalone="yes"?><Relationships xmlns="http://schemas.openxmlformats.org/package/2006/relationships"><Relationship Id="rId4" Type="http://schemas.openxmlformats.org/officeDocument/2006/relationships/image" Target="media/image32.png" /><Relationship Id="rId3" Type="http://schemas.openxmlformats.org/officeDocument/2006/relationships/image" Target="media/image31.png" /><Relationship Id="rId2" Type="http://schemas.openxmlformats.org/officeDocument/2006/relationships/image" Target="media/image8.png" /><Relationship Id="rId0" Type="http://schemas.openxmlformats.org/officeDocument/2006/relationships/slideLayout" Target="../slideLayouts/slideLayout15.xml" /><Relationship Id="rId1" Type="http://schemas.openxmlformats.org/officeDocument/2006/relationships/notesSlide" Target="../notesSlides/notesSlide14.xml" /></Relationships>
</file>

<file path=ppt/slides/_rels/slide23.xml.rels><?xml version="1.0" encoding="UTF-8" standalone="yes"?><Relationships xmlns="http://schemas.openxmlformats.org/package/2006/relationships"><Relationship Id="rId3" Type="http://schemas.openxmlformats.org/officeDocument/2006/relationships/image" Target="media/image34.png" /><Relationship Id="rId2" Type="http://schemas.openxmlformats.org/officeDocument/2006/relationships/image" Target="media/image33.png" /><Relationship Id="rId0" Type="http://schemas.openxmlformats.org/officeDocument/2006/relationships/slideLayout" Target="../slideLayouts/slideLayout15.xml" /><Relationship Id="rId1" Type="http://schemas.openxmlformats.org/officeDocument/2006/relationships/image" Target="media/image8.png" /></Relationships>
</file>

<file path=ppt/slides/_rels/slide24.xml.rels><?xml version="1.0" encoding="UTF-8" standalone="yes"?><Relationships xmlns="http://schemas.openxmlformats.org/package/2006/relationships"><Relationship Id="rId3" Type="http://schemas.openxmlformats.org/officeDocument/2006/relationships/image" Target="media/image36.png" /><Relationship Id="rId2" Type="http://schemas.openxmlformats.org/officeDocument/2006/relationships/image" Target="media/image35.png" /><Relationship Id="rId4" Type="http://schemas.openxmlformats.org/officeDocument/2006/relationships/image" Target="media/image37.jpg" /><Relationship Id="rId0" Type="http://schemas.openxmlformats.org/officeDocument/2006/relationships/slideLayout" Target="../slideLayouts/slideLayout15.xml" /><Relationship Id="rId1" Type="http://schemas.openxmlformats.org/officeDocument/2006/relationships/image" Target="media/image8.png" /></Relationships>
</file>

<file path=ppt/slides/_rels/slide25.xml.rels><?xml version="1.0" encoding="UTF-8" standalone="yes"?><Relationships xmlns="http://schemas.openxmlformats.org/package/2006/relationships"><Relationship Id="rId1" Type="http://schemas.openxmlformats.org/officeDocument/2006/relationships/image" Target="media/image8.png" /><Relationship Id="rId0" Type="http://schemas.openxmlformats.org/officeDocument/2006/relationships/slideLayout" Target="../slideLayouts/slideLayout15.xml" /></Relationships>
</file>

<file path=ppt/slides/_rels/slide26.xml.rels><?xml version="1.0" encoding="UTF-8" standalone="yes"?><Relationships xmlns="http://schemas.openxmlformats.org/package/2006/relationships"><Relationship Id="rId1" Type="http://schemas.openxmlformats.org/officeDocument/2006/relationships/image" Target="media/image8.png" /><Relationship Id="rId0" Type="http://schemas.openxmlformats.org/officeDocument/2006/relationships/slideLayout" Target="../slideLayouts/slideLayout15.xml" /></Relationships>
</file>

<file path=ppt/slides/_rels/slide27.xml.rels><?xml version="1.0" encoding="UTF-8" standalone="yes"?><Relationships xmlns="http://schemas.openxmlformats.org/package/2006/relationships"><Relationship Id="rId1" Type="http://schemas.openxmlformats.org/officeDocument/2006/relationships/notesSlide" Target="../notesSlides/notesSlide15.xml" /><Relationship Id="rId0" Type="http://schemas.openxmlformats.org/officeDocument/2006/relationships/slideLayout" Target="../slideLayouts/slideLayout14.xml" /></Relationships>
</file>

<file path=ppt/slides/_rels/slide28.xml.rels><?xml version="1.0" encoding="UTF-8" standalone="yes"?><Relationships xmlns="http://schemas.openxmlformats.org/package/2006/relationships"><Relationship Id="rId3" Type="http://schemas.openxmlformats.org/officeDocument/2006/relationships/image" Target="media/image38.png" /><Relationship Id="rId2" Type="http://schemas.openxmlformats.org/officeDocument/2006/relationships/image" Target="media/image8.png" /><Relationship Id="rId0" Type="http://schemas.openxmlformats.org/officeDocument/2006/relationships/slideLayout" Target="../slideLayouts/slideLayout15.xml" /><Relationship Id="rId1" Type="http://schemas.openxmlformats.org/officeDocument/2006/relationships/notesSlide" Target="../notesSlides/notesSlide16.xml" /></Relationships>
</file>

<file path=ppt/slides/_rels/slide29.xml.rels><?xml version="1.0" encoding="UTF-8" standalone="yes"?><Relationships xmlns="http://schemas.openxmlformats.org/package/2006/relationships"><Relationship Id="rId1" Type="http://schemas.openxmlformats.org/officeDocument/2006/relationships/notesSlide" Target="../notesSlides/notesSlide17.xml" /><Relationship Id="rId0" Type="http://schemas.openxmlformats.org/officeDocument/2006/relationships/slideLayout" Target="../slideLayouts/slideLayout17.xml" /></Relationships>
</file>

<file path=ppt/slides/slide1.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205" name=""/>
        <p:cNvGrpSpPr/>
        <p:nvPr/>
      </p:nvGrpSpPr>
      <p:grpSpPr>
        <a:xfrm>
          <a:off x="0" y="0"/>
          <a:ext cx="0" cy="0"/>
          <a:chOff x="0" y="0"/>
          <a:chExt cx="0" cy="0"/>
        </a:xfrm>
      </p:grpSpPr>
      <p:sp>
        <p:nvSpPr>
          <p:cNvPr id="206" name="标题 1"/>
          <p:cNvSpPr>
            <a:spLocks noGrp="true"/>
          </p:cNvSpPr>
          <p:nvPr>
            <p:ph type="title"/>
          </p:nvPr>
        </p:nvSpPr>
        <p:spPr>
          <a:xfrm>
            <a:off x="891684" y="2501659"/>
            <a:ext cx="6728316" cy="1015324"/>
          </a:xfrm>
        </p:spPr>
        <p:txBody>
          <a:bodyPr/>
          <a:lstStyle/>
          <a:p>
            <a:pPr/>
            <a:r>
              <a:rPr lang="en-US" altLang="zh-CN" sz="4000" dirty="false">
                <a:latin typeface="Times New Roman" panose="02020603050405020304" pitchFamily="18" charset="0"/>
                <a:cs typeface="Times New Roman" panose="02020603050405020304" pitchFamily="18" charset="0"/>
              </a:rPr>
              <a:t>SOS: </a:t>
            </a:r>
            <a:r>
              <a:rPr lang="en-US" altLang="zh-CN" sz="4000" dirty="false" err="true">
                <a:latin typeface="Times New Roman" panose="02020603050405020304" pitchFamily="18" charset="0"/>
                <a:cs typeface="Times New Roman" panose="02020603050405020304" pitchFamily="18" charset="0"/>
              </a:rPr>
              <a:t>SchOlarSpeak</a:t>
            </a:r>
            <a:r>
              <a:rPr lang="en-US" altLang="zh-CN" sz="4000" dirty="false">
                <a:latin typeface="Times New Roman" panose="02020603050405020304" pitchFamily="18" charset="0"/>
                <a:cs typeface="Times New Roman" panose="02020603050405020304" pitchFamily="18" charset="0"/>
              </a:rPr>
              <a:t> </a:t>
            </a:r>
            <a:endParaRPr lang="zh-CN" altLang="en-US" sz="4000" dirty="false">
              <a:latin typeface="Times New Roman" panose="02020603050405020304" pitchFamily="18" charset="0"/>
              <a:cs typeface="Times New Roman" panose="02020603050405020304" pitchFamily="18" charset="0"/>
            </a:endParaRPr>
          </a:p>
        </p:txBody>
      </p:sp>
      <p:sp>
        <p:nvSpPr>
          <p:cNvPr id="207" name="文本占位符 2"/>
          <p:cNvSpPr>
            <a:spLocks noGrp="true"/>
          </p:cNvSpPr>
          <p:nvPr>
            <p:ph type="body" sz="quarter" idx="13"/>
          </p:nvPr>
        </p:nvSpPr>
        <p:spPr>
          <a:xfrm>
            <a:off x="891685" y="3558904"/>
            <a:ext cx="6342492" cy="424732"/>
          </a:xfrm>
        </p:spPr>
        <p:txBody>
          <a:bodyPr/>
          <a:lstStyle/>
          <a:p>
            <a:pPr/>
            <a:r>
              <a:rPr lang="zh-CN" altLang="en-US" dirty="false">
                <a:latin typeface="Times New Roman" panose="02020603050405020304" pitchFamily="18" charset="0"/>
                <a:cs typeface="Times New Roman" panose="02020603050405020304" pitchFamily="18" charset="0"/>
              </a:rPr>
              <a:t>基于</a:t>
            </a:r>
            <a:r>
              <a:rPr lang="en-US" altLang="zh-CN" dirty="false">
                <a:latin typeface="Times New Roman" panose="02020603050405020304" pitchFamily="18" charset="0"/>
                <a:cs typeface="Times New Roman" panose="02020603050405020304" pitchFamily="18" charset="0"/>
              </a:rPr>
              <a:t>AIGC</a:t>
            </a:r>
            <a:r>
              <a:rPr lang="zh-CN" altLang="en-US" dirty="false">
                <a:latin typeface="Times New Roman" panose="02020603050405020304" pitchFamily="18" charset="0"/>
                <a:cs typeface="Times New Roman" panose="02020603050405020304" pitchFamily="18" charset="0"/>
              </a:rPr>
              <a:t>的学术场景沟通助手</a:t>
            </a:r>
            <a:endParaRPr lang="zh-CN" altLang="en-US" dirty="false">
              <a:latin typeface="Times New Roman" panose="02020603050405020304" pitchFamily="18" charset="0"/>
              <a:cs typeface="Times New Roman" panose="02020603050405020304" pitchFamily="18" charset="0"/>
            </a:endParaRPr>
          </a:p>
        </p:txBody>
      </p:sp>
      <p:sp>
        <p:nvSpPr>
          <p:cNvPr id="208" name="文本占位符 3"/>
          <p:cNvSpPr>
            <a:spLocks noGrp="true"/>
          </p:cNvSpPr>
          <p:nvPr>
            <p:ph type="body" sz="quarter" idx="14"/>
          </p:nvPr>
        </p:nvSpPr>
        <p:spPr>
          <a:xfrm>
            <a:off x="960870" y="4567178"/>
            <a:ext cx="2764378" cy="661670"/>
          </a:xfrm>
        </p:spPr>
        <p:txBody>
          <a:bodyPr/>
          <a:lstStyle/>
          <a:p>
            <a:pPr/>
            <a:r>
              <a:rPr lang="zh-CN" altLang="en-US" dirty="false"/>
              <a:t>南京大学软件学院</a:t>
            </a:r>
            <a:endParaRPr lang="zh-CN" altLang="en-US" dirty="false"/>
          </a:p>
          <a:p>
            <a:pPr/>
            <a:r>
              <a:rPr lang="zh-CN" altLang="en-US" dirty="false"/>
              <a:t> </a:t>
            </a:r>
            <a:r>
              <a:rPr lang="en-US" altLang="zh-CN" dirty="false"/>
              <a:t>     </a:t>
            </a:r>
            <a:r>
              <a:rPr lang="zh-CN" altLang="en-US" dirty="false"/>
              <a:t>  </a:t>
            </a:r>
            <a:endParaRPr lang="zh-CN" altLang="en-US" dirty="false"/>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209" name=""/>
        <p:cNvGrpSpPr/>
        <p:nvPr/>
      </p:nvGrpSpPr>
      <p:grpSpPr>
        <a:xfrm>
          <a:off x="0" y="0"/>
          <a:ext cx="0" cy="0"/>
          <a:chOff x="0" y="0"/>
          <a:chExt cx="0" cy="0"/>
        </a:xfrm>
      </p:grpSpPr>
      <p:sp>
        <p:nvSpPr>
          <p:cNvPr id="210" name="文本框 3"/>
          <p:cNvSpPr txBox="true"/>
          <p:nvPr/>
        </p:nvSpPr>
        <p:spPr>
          <a:xfrm>
            <a:off x="1979272" y="4014173"/>
            <a:ext cx="2523280" cy="584775"/>
          </a:xfrm>
          <a:prstGeom prst="rect">
            <a:avLst/>
          </a:prstGeom>
          <a:noFill/>
        </p:spPr>
        <p:txBody>
          <a:bodyPr wrap="square" rtlCol="false" anchor="ctr">
            <a:spAutoFit/>
          </a:bodyPr>
          <a:lstStyle/>
          <a:p>
            <a:pPr/>
            <a:r>
              <a:rPr lang="zh-CN" altLang="en-US" sz="3200" b="true" spc="6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rPr>
              <a:t>项目背景</a:t>
            </a:r>
            <a:endParaRPr lang="zh-CN" altLang="en-US" sz="3200" b="true" spc="6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endParaRPr>
          </a:p>
        </p:txBody>
      </p:sp>
      <p:sp>
        <p:nvSpPr>
          <p:cNvPr id="211" name="文本框 25"/>
          <p:cNvSpPr txBox="true"/>
          <p:nvPr/>
        </p:nvSpPr>
        <p:spPr>
          <a:xfrm>
            <a:off x="1979272" y="4510696"/>
            <a:ext cx="2523280" cy="338554"/>
          </a:xfrm>
          <a:prstGeom prst="rect">
            <a:avLst/>
          </a:prstGeom>
          <a:noFill/>
        </p:spPr>
        <p:txBody>
          <a:bodyPr wrap="square" rtlCol="false" anchor="ctr">
            <a:spAutoFit/>
          </a:bodyPr>
          <a:lstStyle/>
          <a:p>
            <a:pPr/>
            <a:r>
              <a:rPr lang="en-US" altLang="zh-CN" sz="1600" spc="300" dirty="false">
                <a:solidFill>
                  <a:schemeClr val="bg1">
                    <a:lumMod val="65000"/>
                  </a:schemeClr>
                </a:solidFill>
                <a:latin typeface="等线" panose="02010600030101010101" pitchFamily="2" charset="-122"/>
                <a:ea typeface="思源黑体 CN Bold" panose="020B0800000000000000" pitchFamily="34" charset="-122"/>
                <a:cs typeface="Segoe UI" panose="020B0502040204020203" pitchFamily="34" charset="0"/>
                <a:sym typeface="等线" panose="02010600030101010101" pitchFamily="2" charset="-122"/>
              </a:rPr>
              <a:t>Background</a:t>
            </a:r>
            <a:endParaRPr lang="zh-CN" altLang="en-US" sz="1600" spc="300" dirty="false">
              <a:solidFill>
                <a:schemeClr val="bg1">
                  <a:lumMod val="65000"/>
                </a:schemeClr>
              </a:solidFill>
              <a:latin typeface="等线" panose="02010600030101010101" pitchFamily="2" charset="-122"/>
              <a:ea typeface="思源黑体 CN Bold" panose="020B0800000000000000" pitchFamily="34" charset="-122"/>
              <a:cs typeface="Segoe UI" panose="020B0502040204020203" pitchFamily="34" charset="0"/>
              <a:sym typeface="等线" panose="02010600030101010101" pitchFamily="2" charset="-122"/>
            </a:endParaRPr>
          </a:p>
        </p:txBody>
      </p:sp>
      <p:sp>
        <p:nvSpPr>
          <p:cNvPr id="212" name="文本框 31"/>
          <p:cNvSpPr txBox="true"/>
          <p:nvPr/>
        </p:nvSpPr>
        <p:spPr>
          <a:xfrm>
            <a:off x="4201610" y="5204742"/>
            <a:ext cx="2523280" cy="584775"/>
          </a:xfrm>
          <a:prstGeom prst="rect">
            <a:avLst/>
          </a:prstGeom>
          <a:noFill/>
        </p:spPr>
        <p:txBody>
          <a:bodyPr wrap="square" rtlCol="false" anchor="ctr">
            <a:spAutoFit/>
          </a:bodyPr>
          <a:lstStyle/>
          <a:p>
            <a:pPr/>
            <a:r>
              <a:rPr lang="zh-CN" altLang="en-US" sz="3200" b="true" spc="6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rPr>
              <a:t>相关工作</a:t>
            </a:r>
            <a:endParaRPr lang="zh-CN" altLang="en-US" sz="3200" b="true" spc="6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endParaRPr>
          </a:p>
        </p:txBody>
      </p:sp>
      <p:sp>
        <p:nvSpPr>
          <p:cNvPr id="213" name="文本框 33"/>
          <p:cNvSpPr txBox="true"/>
          <p:nvPr/>
        </p:nvSpPr>
        <p:spPr>
          <a:xfrm>
            <a:off x="4201610" y="5701265"/>
            <a:ext cx="2523280" cy="338554"/>
          </a:xfrm>
          <a:prstGeom prst="rect">
            <a:avLst/>
          </a:prstGeom>
          <a:noFill/>
        </p:spPr>
        <p:txBody>
          <a:bodyPr wrap="square" rtlCol="false" anchor="ctr">
            <a:spAutoFit/>
          </a:bodyPr>
          <a:lstStyle/>
          <a:p>
            <a:pPr/>
            <a:r>
              <a:rPr lang="en-US" altLang="zh-CN" sz="1600" spc="300" dirty="false">
                <a:solidFill>
                  <a:schemeClr val="bg1">
                    <a:lumMod val="65000"/>
                  </a:schemeClr>
                </a:solidFill>
                <a:latin typeface="等线" panose="02010600030101010101" pitchFamily="2" charset="-122"/>
                <a:ea typeface="思源黑体 CN Bold" panose="020B0800000000000000" pitchFamily="34" charset="-122"/>
                <a:cs typeface="Segoe UI" panose="020B0502040204020203" pitchFamily="34" charset="0"/>
                <a:sym typeface="等线" panose="02010600030101010101" pitchFamily="2" charset="-122"/>
              </a:rPr>
              <a:t>Related Work</a:t>
            </a:r>
            <a:endParaRPr lang="zh-CN" altLang="en-US" sz="1600" spc="300" dirty="false">
              <a:solidFill>
                <a:schemeClr val="bg1">
                  <a:lumMod val="65000"/>
                </a:schemeClr>
              </a:solidFill>
              <a:latin typeface="等线" panose="02010600030101010101" pitchFamily="2" charset="-122"/>
              <a:ea typeface="思源黑体 CN Bold" panose="020B0800000000000000" pitchFamily="34" charset="-122"/>
              <a:cs typeface="Segoe UI" panose="020B0502040204020203" pitchFamily="34" charset="0"/>
              <a:sym typeface="等线" panose="02010600030101010101" pitchFamily="2" charset="-122"/>
            </a:endParaRPr>
          </a:p>
        </p:txBody>
      </p:sp>
      <p:sp>
        <p:nvSpPr>
          <p:cNvPr id="214" name="椭圆 143"/>
          <p:cNvSpPr>
            <a:spLocks noChangeAspect="true"/>
          </p:cNvSpPr>
          <p:nvPr/>
        </p:nvSpPr>
        <p:spPr bwMode="auto">
          <a:xfrm>
            <a:off x="5764192" y="3711276"/>
            <a:ext cx="595284" cy="595284"/>
          </a:xfrm>
          <a:prstGeom prst="ellipse">
            <a:avLst/>
          </a:prstGeom>
          <a:solidFill>
            <a:srgbClr val="9E008B"/>
          </a:solidFill>
          <a:ln>
            <a:noFill/>
          </a:ln>
          <a:effectLst>
            <a:outerShdw blurRad="152400" dist="76200" dir="2700000" sx="101000" sy="101000" algn="tl" rotWithShape="false">
              <a:schemeClr val="accent1">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fontAlgn="base">
              <a:spcBef>
                <a:spcPct val="1"/>
              </a:spcBef>
              <a:spcAft>
                <a:spcPct val="1"/>
              </a:spcAft>
            </a:pPr>
            <a:r>
              <a:rPr lang="en-US" sz="3200" b="true" dirty="false">
                <a:gradFill>
                  <a:gsLst>
                    <a:gs pos="0">
                      <a:srgbClr val="FFFFFF"/>
                    </a:gs>
                    <a:gs pos="100000">
                      <a:srgbClr val="FFFFFF"/>
                    </a:gs>
                  </a:gsLst>
                  <a:lin ang="5400000" scaled="false"/>
                </a:gradFill>
                <a:latin typeface="等线" panose="02010600030101010101" pitchFamily="2" charset="-122"/>
                <a:cs typeface="Segoe UI" panose="020B0502040204020203" pitchFamily="34" charset="0"/>
                <a:sym typeface="等线" panose="02010600030101010101" pitchFamily="2" charset="-122"/>
              </a:rPr>
              <a:t>3</a:t>
            </a:r>
            <a:endParaRPr lang="en-US" sz="3200" b="true" dirty="false">
              <a:gradFill>
                <a:gsLst>
                  <a:gs pos="0">
                    <a:srgbClr val="FFFFFF"/>
                  </a:gs>
                  <a:gs pos="100000">
                    <a:srgbClr val="FFFFFF"/>
                  </a:gs>
                </a:gsLst>
                <a:lin ang="5400000" scaled="false"/>
              </a:gradFill>
              <a:latin typeface="等线" panose="02010600030101010101" pitchFamily="2" charset="-122"/>
              <a:cs typeface="Segoe UI" panose="020B0502040204020203" pitchFamily="34" charset="0"/>
              <a:sym typeface="等线" panose="02010600030101010101" pitchFamily="2" charset="-122"/>
            </a:endParaRPr>
          </a:p>
        </p:txBody>
      </p:sp>
      <p:sp>
        <p:nvSpPr>
          <p:cNvPr id="215" name="文本框 39"/>
          <p:cNvSpPr txBox="true"/>
          <p:nvPr/>
        </p:nvSpPr>
        <p:spPr>
          <a:xfrm>
            <a:off x="6359525" y="4014470"/>
            <a:ext cx="3448050" cy="584200"/>
          </a:xfrm>
          <a:prstGeom prst="rect">
            <a:avLst/>
          </a:prstGeom>
          <a:noFill/>
        </p:spPr>
        <p:txBody>
          <a:bodyPr wrap="square" rtlCol="false" anchor="ctr">
            <a:spAutoFit/>
          </a:bodyPr>
          <a:lstStyle/>
          <a:p>
            <a:pPr/>
            <a:r>
              <a:rPr lang="zh-CN" sz="3200" b="true" spc="600">
                <a:solidFill>
                  <a:srgbClr val="9E008B">
                    <a:alpha val="100000"/>
                  </a:srgbClr>
                </a:solidFill>
                <a:latin typeface="思源黑体 CN Bold"/>
                <a:ea typeface="思源黑体 CN Bold"/>
                <a:cs typeface="+mn-cs"/>
                <a:sym typeface="等线"/>
              </a:rPr>
              <a:t>竞品分析</a:t>
            </a:r>
            <a:endParaRPr/>
          </a:p>
        </p:txBody>
      </p:sp>
      <p:sp>
        <p:nvSpPr>
          <p:cNvPr id="216" name="文本框 40"/>
          <p:cNvSpPr txBox="true"/>
          <p:nvPr/>
        </p:nvSpPr>
        <p:spPr>
          <a:xfrm rot="0" flipH="false" flipV="false">
            <a:off x="7144799" y="4558945"/>
            <a:ext cx="2527300" cy="342900"/>
          </a:xfrm>
          <a:prstGeom prst="rect">
            <a:avLst/>
          </a:prstGeom>
          <a:noFill/>
        </p:spPr>
        <p:txBody>
          <a:bodyPr wrap="square" rtlCol="false" anchor="ctr">
            <a:spAutoFit/>
          </a:bodyPr>
          <a:lstStyle/>
          <a:p>
            <a:pPr/>
            <a:r>
              <a:rPr lang="en-US" sz="1600" spc="300">
                <a:solidFill>
                  <a:schemeClr val="bg1">
                    <a:lumMod val="65000"/>
                    <a:alpha val="100000"/>
                  </a:schemeClr>
                </a:solidFill>
                <a:latin typeface="等线"/>
                <a:ea typeface="思源黑体 CN Bold"/>
                <a:cs typeface="Segoe UI"/>
                <a:sym typeface="等线"/>
              </a:rPr>
              <a:t>Analysis</a:t>
            </a:r>
            <a:endParaRPr/>
          </a:p>
        </p:txBody>
      </p:sp>
      <p:sp>
        <p:nvSpPr>
          <p:cNvPr id="217" name="椭圆 143"/>
          <p:cNvSpPr>
            <a:spLocks noChangeAspect="true"/>
          </p:cNvSpPr>
          <p:nvPr/>
        </p:nvSpPr>
        <p:spPr bwMode="auto">
          <a:xfrm>
            <a:off x="8110807" y="4901845"/>
            <a:ext cx="595284" cy="595284"/>
          </a:xfrm>
          <a:prstGeom prst="ellipse">
            <a:avLst/>
          </a:prstGeom>
          <a:solidFill>
            <a:srgbClr val="9E008B"/>
          </a:solidFill>
          <a:ln>
            <a:noFill/>
          </a:ln>
          <a:effectLst>
            <a:outerShdw blurRad="152400" dist="76200" dir="2700000" sx="101000" sy="101000" algn="tl" rotWithShape="false">
              <a:schemeClr val="accent1">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fontAlgn="base">
              <a:spcBef>
                <a:spcPct val="1"/>
              </a:spcBef>
              <a:spcAft>
                <a:spcPct val="1"/>
              </a:spcAft>
            </a:pPr>
            <a:r>
              <a:rPr lang="en-US" sz="3200" b="true" dirty="false">
                <a:gradFill>
                  <a:gsLst>
                    <a:gs pos="0">
                      <a:srgbClr val="FFFFFF"/>
                    </a:gs>
                    <a:gs pos="100000">
                      <a:srgbClr val="FFFFFF"/>
                    </a:gs>
                  </a:gsLst>
                  <a:lin ang="5400000" scaled="false"/>
                </a:gradFill>
                <a:latin typeface="等线" panose="02010600030101010101" pitchFamily="2" charset="-122"/>
                <a:cs typeface="Segoe UI" panose="020B0502040204020203" pitchFamily="34" charset="0"/>
                <a:sym typeface="等线" panose="02010600030101010101" pitchFamily="2" charset="-122"/>
              </a:rPr>
              <a:t>4</a:t>
            </a:r>
            <a:endParaRPr lang="en-US" sz="3200" b="true" dirty="false">
              <a:gradFill>
                <a:gsLst>
                  <a:gs pos="0">
                    <a:srgbClr val="FFFFFF"/>
                  </a:gs>
                  <a:gs pos="100000">
                    <a:srgbClr val="FFFFFF"/>
                  </a:gs>
                </a:gsLst>
                <a:lin ang="5400000" scaled="false"/>
              </a:gradFill>
              <a:latin typeface="等线" panose="02010600030101010101" pitchFamily="2" charset="-122"/>
              <a:cs typeface="Segoe UI" panose="020B0502040204020203" pitchFamily="34" charset="0"/>
              <a:sym typeface="等线" panose="02010600030101010101" pitchFamily="2" charset="-122"/>
            </a:endParaRPr>
          </a:p>
        </p:txBody>
      </p:sp>
      <p:sp>
        <p:nvSpPr>
          <p:cNvPr id="218" name="文本框 48"/>
          <p:cNvSpPr txBox="true"/>
          <p:nvPr/>
        </p:nvSpPr>
        <p:spPr>
          <a:xfrm>
            <a:off x="8706091" y="5208205"/>
            <a:ext cx="2527300" cy="577850"/>
          </a:xfrm>
          <a:prstGeom prst="rect">
            <a:avLst/>
          </a:prstGeom>
          <a:noFill/>
        </p:spPr>
        <p:txBody>
          <a:bodyPr wrap="square" rtlCol="false" anchor="ctr">
            <a:spAutoFit/>
          </a:bodyPr>
          <a:lstStyle/>
          <a:p>
            <a:pPr/>
            <a:r>
              <a:rPr lang="zh-CN" sz="3200" b="true" spc="600">
                <a:solidFill>
                  <a:srgbClr val="9E008B">
                    <a:alpha val="100000"/>
                  </a:srgbClr>
                </a:solidFill>
                <a:latin typeface="思源黑体 CN Bold"/>
                <a:ea typeface="思源黑体 CN Bold"/>
                <a:cs typeface="+mn-cs"/>
                <a:sym typeface="等线"/>
              </a:rPr>
              <a:t>已有工作</a:t>
            </a:r>
            <a:endParaRPr/>
          </a:p>
        </p:txBody>
      </p:sp>
      <p:sp>
        <p:nvSpPr>
          <p:cNvPr id="219" name="文本框 49"/>
          <p:cNvSpPr txBox="true"/>
          <p:nvPr/>
        </p:nvSpPr>
        <p:spPr>
          <a:xfrm>
            <a:off x="8706091" y="5701265"/>
            <a:ext cx="2527300" cy="342900"/>
          </a:xfrm>
          <a:prstGeom prst="rect">
            <a:avLst/>
          </a:prstGeom>
          <a:noFill/>
        </p:spPr>
        <p:txBody>
          <a:bodyPr wrap="square" rtlCol="false" anchor="ctr">
            <a:spAutoFit/>
          </a:bodyPr>
          <a:lstStyle/>
          <a:p>
            <a:pPr/>
            <a:r>
              <a:rPr lang="en-US" sz="1600" spc="300">
                <a:solidFill>
                  <a:schemeClr val="bg1">
                    <a:lumMod val="65000"/>
                    <a:alpha val="100000"/>
                  </a:schemeClr>
                </a:solidFill>
                <a:latin typeface="等线"/>
                <a:ea typeface="思源黑体 CN Bold"/>
                <a:cs typeface="Segoe UI"/>
                <a:sym typeface="等线"/>
              </a:rPr>
              <a:t>Existing Work</a:t>
            </a:r>
            <a:endParaRPr/>
          </a:p>
        </p:txBody>
      </p:sp>
      <p:sp>
        <p:nvSpPr>
          <p:cNvPr id="220" name="椭圆 143"/>
          <p:cNvSpPr>
            <a:spLocks noChangeAspect="true"/>
          </p:cNvSpPr>
          <p:nvPr/>
        </p:nvSpPr>
        <p:spPr bwMode="auto">
          <a:xfrm>
            <a:off x="1354239" y="3713032"/>
            <a:ext cx="595284" cy="595284"/>
          </a:xfrm>
          <a:prstGeom prst="ellipse">
            <a:avLst/>
          </a:prstGeom>
          <a:noFill/>
          <a:ln>
            <a:noFill/>
          </a:ln>
          <a:effectLst>
            <a:outerShdw blurRad="152400" dist="76200" dir="2700000" sx="101000" sy="101000" algn="tl" rotWithShape="false">
              <a:schemeClr val="accent1">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fontAlgn="base">
              <a:spcBef>
                <a:spcPct val="1"/>
              </a:spcBef>
              <a:spcAft>
                <a:spcPct val="1"/>
              </a:spcAft>
            </a:pPr>
            <a:endParaRPr lang="en-US" sz="3200" b="true" dirty="false">
              <a:gradFill>
                <a:gsLst>
                  <a:gs pos="0">
                    <a:srgbClr val="FFFFFF"/>
                  </a:gs>
                  <a:gs pos="100000">
                    <a:srgbClr val="FFFFFF"/>
                  </a:gs>
                </a:gsLst>
                <a:lin ang="5400000" scaled="false"/>
              </a:gradFill>
              <a:latin typeface="等线" panose="02010600030101010101" pitchFamily="2" charset="-122"/>
              <a:cs typeface="Segoe UI" panose="020B0502040204020203" pitchFamily="34" charset="0"/>
              <a:sym typeface="等线" panose="02010600030101010101" pitchFamily="2" charset="-122"/>
            </a:endParaRPr>
          </a:p>
        </p:txBody>
      </p:sp>
      <p:sp>
        <p:nvSpPr>
          <p:cNvPr id="221" name="椭圆 143"/>
          <p:cNvSpPr>
            <a:spLocks noChangeAspect="true"/>
          </p:cNvSpPr>
          <p:nvPr/>
        </p:nvSpPr>
        <p:spPr bwMode="auto">
          <a:xfrm>
            <a:off x="1354239" y="3711276"/>
            <a:ext cx="595284" cy="595284"/>
          </a:xfrm>
          <a:prstGeom prst="ellipse">
            <a:avLst/>
          </a:prstGeom>
          <a:solidFill>
            <a:srgbClr val="9E008B"/>
          </a:solidFill>
          <a:ln>
            <a:noFill/>
          </a:ln>
          <a:effectLst>
            <a:outerShdw blurRad="152400" dist="76200" dir="2700000" sx="101000" sy="101000" algn="tl" rotWithShape="false">
              <a:schemeClr val="accent1">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fontAlgn="base">
              <a:spcBef>
                <a:spcPct val="1"/>
              </a:spcBef>
              <a:spcAft>
                <a:spcPct val="1"/>
              </a:spcAft>
            </a:pPr>
            <a:r>
              <a:rPr lang="en-US" sz="3200" b="true" dirty="false">
                <a:gradFill>
                  <a:gsLst>
                    <a:gs pos="0">
                      <a:srgbClr val="FFFFFF"/>
                    </a:gs>
                    <a:gs pos="100000">
                      <a:srgbClr val="FFFFFF"/>
                    </a:gs>
                  </a:gsLst>
                  <a:lin ang="5400000" scaled="false"/>
                </a:gradFill>
                <a:latin typeface="等线" panose="02010600030101010101" pitchFamily="2" charset="-122"/>
                <a:cs typeface="Segoe UI" panose="020B0502040204020203" pitchFamily="34" charset="0"/>
                <a:sym typeface="等线" panose="02010600030101010101" pitchFamily="2" charset="-122"/>
              </a:rPr>
              <a:t>1</a:t>
            </a:r>
            <a:endParaRPr lang="en-US" sz="3200" b="true" dirty="false">
              <a:gradFill>
                <a:gsLst>
                  <a:gs pos="0">
                    <a:srgbClr val="FFFFFF"/>
                  </a:gs>
                  <a:gs pos="100000">
                    <a:srgbClr val="FFFFFF"/>
                  </a:gs>
                </a:gsLst>
                <a:lin ang="5400000" scaled="false"/>
              </a:gradFill>
              <a:latin typeface="等线" panose="02010600030101010101" pitchFamily="2" charset="-122"/>
              <a:cs typeface="Segoe UI" panose="020B0502040204020203" pitchFamily="34" charset="0"/>
              <a:sym typeface="等线" panose="02010600030101010101" pitchFamily="2" charset="-122"/>
            </a:endParaRPr>
          </a:p>
        </p:txBody>
      </p:sp>
      <p:sp>
        <p:nvSpPr>
          <p:cNvPr id="222" name="椭圆 143"/>
          <p:cNvSpPr>
            <a:spLocks noChangeAspect="true"/>
          </p:cNvSpPr>
          <p:nvPr/>
        </p:nvSpPr>
        <p:spPr bwMode="auto">
          <a:xfrm>
            <a:off x="3611555" y="4901845"/>
            <a:ext cx="595284" cy="595284"/>
          </a:xfrm>
          <a:prstGeom prst="ellipse">
            <a:avLst/>
          </a:prstGeom>
          <a:solidFill>
            <a:srgbClr val="9E008B"/>
          </a:solidFill>
          <a:ln>
            <a:noFill/>
          </a:ln>
          <a:effectLst>
            <a:outerShdw blurRad="152400" dist="76200" dir="2700000" sx="101000" sy="101000" algn="tl" rotWithShape="false">
              <a:schemeClr val="accent1">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fontAlgn="base">
              <a:spcBef>
                <a:spcPct val="1"/>
              </a:spcBef>
              <a:spcAft>
                <a:spcPct val="1"/>
              </a:spcAft>
            </a:pPr>
            <a:r>
              <a:rPr lang="en-US" sz="3200" b="true" dirty="false">
                <a:gradFill>
                  <a:gsLst>
                    <a:gs pos="0">
                      <a:srgbClr val="FFFFFF"/>
                    </a:gs>
                    <a:gs pos="100000">
                      <a:srgbClr val="FFFFFF"/>
                    </a:gs>
                  </a:gsLst>
                  <a:lin ang="5400000" scaled="false"/>
                </a:gradFill>
                <a:latin typeface="等线" panose="02010600030101010101" pitchFamily="2" charset="-122"/>
                <a:cs typeface="Segoe UI" panose="020B0502040204020203" pitchFamily="34" charset="0"/>
                <a:sym typeface="等线" panose="02010600030101010101" pitchFamily="2" charset="-122"/>
              </a:rPr>
              <a:t>2</a:t>
            </a:r>
            <a:endParaRPr lang="en-US" sz="3200" b="true" dirty="false">
              <a:gradFill>
                <a:gsLst>
                  <a:gs pos="0">
                    <a:srgbClr val="FFFFFF"/>
                  </a:gs>
                  <a:gs pos="100000">
                    <a:srgbClr val="FFFFFF"/>
                  </a:gs>
                </a:gsLst>
                <a:lin ang="5400000" scaled="false"/>
              </a:gradFill>
              <a:latin typeface="等线" panose="02010600030101010101" pitchFamily="2" charset="-122"/>
              <a:cs typeface="Segoe UI" panose="020B0502040204020203" pitchFamily="34" charset="0"/>
              <a:sym typeface="等线" panose="02010600030101010101" pitchFamily="2" charset="-122"/>
            </a:endParaRPr>
          </a:p>
        </p:txBody>
      </p:sp>
      <p:cxnSp>
        <p:nvCxnSpPr>
          <p:cNvPr id="223" name="直接连接符 2"/>
          <p:cNvCxnSpPr/>
          <p:nvPr/>
        </p:nvCxnSpPr>
        <p:spPr>
          <a:xfrm>
            <a:off x="2035647" y="4008918"/>
            <a:ext cx="720000" cy="0"/>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4" name="直接连接符 18"/>
          <p:cNvCxnSpPr/>
          <p:nvPr/>
        </p:nvCxnSpPr>
        <p:spPr>
          <a:xfrm>
            <a:off x="4287734" y="5209270"/>
            <a:ext cx="720000" cy="0"/>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19"/>
          <p:cNvCxnSpPr/>
          <p:nvPr/>
        </p:nvCxnSpPr>
        <p:spPr>
          <a:xfrm>
            <a:off x="6445600" y="4006676"/>
            <a:ext cx="720000" cy="0"/>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0"/>
          <p:cNvCxnSpPr/>
          <p:nvPr/>
        </p:nvCxnSpPr>
        <p:spPr>
          <a:xfrm>
            <a:off x="8792215" y="5201073"/>
            <a:ext cx="720000" cy="0"/>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7" name="椭圆 143"/>
          <p:cNvSpPr>
            <a:spLocks noChangeAspect="true"/>
          </p:cNvSpPr>
          <p:nvPr/>
        </p:nvSpPr>
        <p:spPr bwMode="auto">
          <a:xfrm rot="0" flipH="false" flipV="false">
            <a:off x="8936948" y="3706930"/>
            <a:ext cx="595284" cy="595284"/>
          </a:xfrm>
          <a:prstGeom prst="ellipse">
            <a:avLst/>
          </a:prstGeom>
          <a:solidFill>
            <a:srgbClr val="9E008B"/>
          </a:solidFill>
          <a:ln>
            <a:noFill/>
          </a:ln>
          <a:effectLst>
            <a:outerShdw blurRad="152400" dist="76200" dir="2700000" sx="101000" sy="101000" algn="tl" rotWithShape="false">
              <a:schemeClr val="accent1">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algn="ctr" defTabSz="932180">
              <a:spcBef>
                <a:spcPct val="1"/>
              </a:spcBef>
              <a:spcAft>
                <a:spcPct val="1"/>
              </a:spcAft>
            </a:pPr>
            <a:r>
              <a:rPr lang="en-US" sz="3200" b="true">
                <a:gradFill>
                  <a:gsLst>
                    <a:gs pos="0">
                      <a:srgbClr val="FFFFFF">
                        <a:alpha val="100000"/>
                      </a:srgbClr>
                    </a:gs>
                    <a:gs pos="100000">
                      <a:srgbClr val="FFFFFF">
                        <a:alpha val="100000"/>
                      </a:srgbClr>
                    </a:gs>
                  </a:gsLst>
                  <a:lin ang="5400000" scaled="false"/>
                </a:gradFill>
                <a:latin typeface="等线"/>
                <a:ea typeface="等线"/>
                <a:cs typeface="Segoe UI"/>
                <a:sym typeface="等线"/>
              </a:rPr>
              <a:t>5</a:t>
            </a:r>
            <a:endParaRPr/>
          </a:p>
        </p:txBody>
      </p:sp>
      <p:sp>
        <p:nvSpPr>
          <p:cNvPr id="228" name="文本框 48"/>
          <p:cNvSpPr txBox="true"/>
          <p:nvPr/>
        </p:nvSpPr>
        <p:spPr>
          <a:xfrm rot="0" flipH="false" flipV="false">
            <a:off x="9532232" y="4013290"/>
            <a:ext cx="2527300" cy="577850"/>
          </a:xfrm>
          <a:prstGeom prst="rect">
            <a:avLst/>
          </a:prstGeom>
          <a:noFill/>
        </p:spPr>
        <p:txBody>
          <a:bodyPr wrap="square" rtlCol="false" anchor="ctr">
            <a:spAutoFit/>
          </a:bodyPr>
          <a:lstStyle/>
          <a:p>
            <a:pPr/>
            <a:r>
              <a:rPr lang="zh-CN" sz="3200" b="true" spc="600">
                <a:solidFill>
                  <a:srgbClr val="9E008B">
                    <a:alpha val="100000"/>
                  </a:srgbClr>
                </a:solidFill>
                <a:latin typeface="思源黑体 CN Bold"/>
                <a:ea typeface="思源黑体 CN Bold"/>
                <a:cs typeface="+mn-cs"/>
                <a:sym typeface="等线"/>
              </a:rPr>
              <a:t>分工</a:t>
            </a:r>
            <a:endParaRPr/>
          </a:p>
        </p:txBody>
      </p:sp>
      <p:sp>
        <p:nvSpPr>
          <p:cNvPr id="229" name="文本框 49"/>
          <p:cNvSpPr txBox="true"/>
          <p:nvPr/>
        </p:nvSpPr>
        <p:spPr>
          <a:xfrm rot="0" flipH="false" flipV="false">
            <a:off x="9807575" y="4510696"/>
            <a:ext cx="2527300" cy="336550"/>
          </a:xfrm>
          <a:prstGeom prst="rect">
            <a:avLst/>
          </a:prstGeom>
          <a:noFill/>
        </p:spPr>
        <p:txBody>
          <a:bodyPr wrap="square" rtlCol="false" anchor="ctr">
            <a:spAutoFit/>
          </a:bodyPr>
          <a:lstStyle/>
          <a:p>
            <a:pPr/>
            <a:r>
              <a:rPr lang="en-US" sz="1600" spc="300">
                <a:solidFill>
                  <a:schemeClr val="bg1">
                    <a:lumMod val="65000"/>
                    <a:alpha val="100000"/>
                  </a:schemeClr>
                </a:solidFill>
                <a:latin typeface="等线"/>
                <a:ea typeface="思源黑体 CN Bold"/>
                <a:cs typeface="Segoe UI"/>
                <a:sym typeface="等线"/>
              </a:rPr>
              <a:t>Division</a:t>
            </a:r>
            <a:endParaRPr/>
          </a:p>
        </p:txBody>
      </p:sp>
      <p:cxnSp>
        <p:nvCxnSpPr>
          <p:cNvPr id="230" name="直接连接符 20"/>
          <p:cNvCxnSpPr/>
          <p:nvPr/>
        </p:nvCxnSpPr>
        <p:spPr>
          <a:xfrm rot="0" flipH="false" flipV="false">
            <a:off x="9618356" y="4006158"/>
            <a:ext cx="720000" cy="0"/>
          </a:xfrm>
          <a:prstGeom prst="line">
            <a:avLst/>
          </a:prstGeom>
          <a:ln w="158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3.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231" name=""/>
        <p:cNvGrpSpPr/>
        <p:nvPr/>
      </p:nvGrpSpPr>
      <p:grpSpPr>
        <a:xfrm>
          <a:off x="0" y="0"/>
          <a:ext cx="0" cy="0"/>
          <a:chOff x="0" y="0"/>
          <a:chExt cx="0" cy="0"/>
        </a:xfrm>
      </p:grpSpPr>
      <p:sp>
        <p:nvSpPr>
          <p:cNvPr id="232" name="文本占位符 1"/>
          <p:cNvSpPr>
            <a:spLocks noGrp="true"/>
          </p:cNvSpPr>
          <p:nvPr>
            <p:ph type="body" sz="quarter" idx="10"/>
          </p:nvPr>
        </p:nvSpPr>
        <p:spPr/>
        <p:txBody>
          <a:bodyPr/>
          <a:lstStyle/>
          <a:p>
            <a:pPr/>
            <a:r>
              <a:rPr lang="en-US" altLang="zh-CN" dirty="false">
                <a:latin typeface="等线" panose="02010600030101010101" pitchFamily="2" charset="-122"/>
                <a:sym typeface="等线" panose="02010600030101010101" pitchFamily="2" charset="-122"/>
              </a:rPr>
              <a:t>1</a:t>
            </a:r>
            <a:endParaRPr lang="zh-CN" altLang="en-US" dirty="false">
              <a:latin typeface="等线" panose="02010600030101010101" pitchFamily="2" charset="-122"/>
              <a:sym typeface="等线" panose="02010600030101010101" pitchFamily="2" charset="-122"/>
            </a:endParaRPr>
          </a:p>
        </p:txBody>
      </p:sp>
      <p:sp>
        <p:nvSpPr>
          <p:cNvPr id="233" name="文本占位符 2"/>
          <p:cNvSpPr>
            <a:spLocks noGrp="true"/>
          </p:cNvSpPr>
          <p:nvPr>
            <p:ph type="body" sz="quarter" idx="11"/>
          </p:nvPr>
        </p:nvSpPr>
        <p:spPr/>
        <p:txBody>
          <a:bodyPr/>
          <a:lstStyle/>
          <a:p>
            <a:pPr algn="ctr"/>
            <a:r>
              <a:rPr lang="zh-CN" altLang="en-US" spc="0" dirty="false">
                <a:latin typeface="等线" panose="02010600030101010101" pitchFamily="2" charset="-122"/>
                <a:sym typeface="等线" panose="02010600030101010101" pitchFamily="2" charset="-122"/>
              </a:rPr>
              <a:t>项目背景</a:t>
            </a:r>
            <a:endParaRPr lang="zh-CN" altLang="en-US" spc="0" dirty="false">
              <a:latin typeface="等线" panose="02010600030101010101" pitchFamily="2" charset="-122"/>
              <a:sym typeface="等线" panose="02010600030101010101" pitchFamily="2" charset="-122"/>
            </a:endParaRPr>
          </a:p>
        </p:txBody>
      </p:sp>
      <p:sp>
        <p:nvSpPr>
          <p:cNvPr id="234" name="文本占位符 3"/>
          <p:cNvSpPr>
            <a:spLocks noGrp="true"/>
          </p:cNvSpPr>
          <p:nvPr>
            <p:ph type="body" sz="quarter" idx="12"/>
          </p:nvPr>
        </p:nvSpPr>
        <p:spPr/>
        <p:txBody>
          <a:bodyPr/>
          <a:lstStyle/>
          <a:p>
            <a:pPr algn="ctr"/>
            <a:r>
              <a:rPr lang="en-US" altLang="zh-CN" dirty="false">
                <a:latin typeface="等线" panose="02010600030101010101" pitchFamily="2" charset="-122"/>
                <a:sym typeface="等线" panose="02010600030101010101" pitchFamily="2" charset="-122"/>
              </a:rPr>
              <a:t>Background</a:t>
            </a:r>
            <a:endParaRPr lang="zh-CN" altLang="en-US" dirty="false">
              <a:latin typeface="等线" panose="02010600030101010101" pitchFamily="2" charset="-122"/>
              <a:sym typeface="等线" panose="02010600030101010101" pitchFamily="2" charset="-122"/>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4.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235" name=""/>
        <p:cNvGrpSpPr/>
        <p:nvPr/>
      </p:nvGrpSpPr>
      <p:grpSpPr>
        <a:xfrm>
          <a:off x="0" y="0"/>
          <a:ext cx="0" cy="0"/>
          <a:chOff x="0" y="0"/>
          <a:chExt cx="0" cy="0"/>
        </a:xfrm>
      </p:grpSpPr>
      <p:sp>
        <p:nvSpPr>
          <p:cNvPr id="236"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237" name="文本占位符 2"/>
          <p:cNvSpPr>
            <a:spLocks noGrp="true"/>
          </p:cNvSpPr>
          <p:nvPr>
            <p:ph type="body" sz="quarter" idx="13"/>
          </p:nvPr>
        </p:nvSpPr>
        <p:spPr/>
        <p:txBody>
          <a:bodyPr/>
          <a:lstStyle/>
          <a:p>
            <a:pPr>
              <a:buFont typeface="Arial" panose="020B0604020202020204" pitchFamily="34" charset="0"/>
              <a:buNone/>
            </a:pPr>
            <a:r>
              <a:rPr lang="zh-CN">
                <a:latin typeface="等线"/>
                <a:ea typeface="思源黑体 CN Bold"/>
                <a:cs typeface="+mn-cs"/>
                <a:sym typeface="等线"/>
              </a:rPr>
              <a:t>项目背景</a:t>
            </a:r>
            <a:endParaRPr lang="zh-CN"/>
          </a:p>
        </p:txBody>
      </p:sp>
      <p:sp>
        <p:nvSpPr>
          <p:cNvPr id="238" name="矩形: 圆角 9"/>
          <p:cNvSpPr/>
          <p:nvPr/>
        </p:nvSpPr>
        <p:spPr bwMode="auto">
          <a:xfrm>
            <a:off x="3930710" y="789943"/>
            <a:ext cx="3986251"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algn="ctr">
              <a:lnSpc>
                <a:spcPct val="90000"/>
              </a:lnSpc>
            </a:pPr>
            <a:r>
              <a:rPr lang="zh-CN" sz="2400" spc="300">
                <a:solidFill>
                  <a:srgbClr val="9E008B">
                    <a:alpha val="100000"/>
                  </a:srgbClr>
                </a:solidFill>
                <a:latin typeface="思源黑体 CN Bold"/>
                <a:ea typeface="思源黑体 CN Bold"/>
                <a:cs typeface="+mn-cs"/>
                <a:sym typeface="等线"/>
              </a:rPr>
              <a:t>背景描述与目标</a:t>
            </a:r>
            <a:endParaRPr/>
          </a:p>
        </p:txBody>
      </p:sp>
      <p:sp>
        <p:nvSpPr>
          <p:cNvPr id="239" name="文本框 10"/>
          <p:cNvSpPr txBox="true"/>
          <p:nvPr/>
        </p:nvSpPr>
        <p:spPr>
          <a:xfrm rot="0" flipH="false" flipV="false">
            <a:off x="628651" y="1736799"/>
            <a:ext cx="10941050" cy="4660900"/>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a:solidFill>
                  <a:srgbClr val="893A7F">
                    <a:alpha val="100000"/>
                  </a:srgbClr>
                </a:solidFill>
                <a:latin typeface="思源黑体 CN Bold"/>
                <a:ea typeface="思源黑体 CN Bold"/>
                <a:cs typeface="+mn-cs"/>
                <a:sym typeface="等线"/>
              </a:rPr>
              <a:t>背景表述</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false" i="false" u="none" strike="noStrike">
                <a:solidFill>
                  <a:srgbClr val="404040">
                    <a:alpha val="100000"/>
                  </a:srgbClr>
                </a:solidFill>
                <a:latin typeface="DeepSeek-CJK-patch"/>
                <a:ea typeface="DeepSeek-CJK-patch"/>
                <a:cs typeface="+mn-cs"/>
              </a:rPr>
              <a:t>随着国际化学术交流不断加深，研究生在学术汇报、论文答辩等场景中对口语表达提出了更高要求。</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false" i="false" u="none" strike="noStrike">
                <a:solidFill>
                  <a:srgbClr val="404040">
                    <a:alpha val="100000"/>
                  </a:srgbClr>
                </a:solidFill>
                <a:latin typeface="DeepSeek-CJK-patch"/>
                <a:ea typeface="DeepSeek-CJK-patch"/>
                <a:cs typeface="+mn-cs"/>
              </a:rPr>
              <a:t>当前传统口语训练模式存在反馈延迟、场景单一、个性化不足等问题，亟需借助</a:t>
            </a:r>
            <a:r>
              <a:rPr lang="zh-CN" sz="1600" b="false" i="false" u="none" strike="noStrike">
                <a:solidFill>
                  <a:srgbClr val="404040">
                    <a:alpha val="100000"/>
                  </a:srgbClr>
                </a:solidFill>
                <a:latin typeface="DeepSeek-CJK-patch"/>
                <a:ea typeface="DeepSeek-CJK-patch"/>
                <a:cs typeface="+mn-cs"/>
              </a:rPr>
              <a:t> AIGC </a:t>
            </a:r>
            <a:r>
              <a:rPr lang="zh-CN" sz="1600" b="false" i="false" u="none" strike="noStrike">
                <a:solidFill>
                  <a:srgbClr val="404040">
                    <a:alpha val="100000"/>
                  </a:srgbClr>
                </a:solidFill>
                <a:latin typeface="DeepSeek-CJK-patch"/>
                <a:ea typeface="DeepSeek-CJK-patch"/>
                <a:cs typeface="+mn-cs"/>
              </a:rPr>
              <a:t>与虚拟现实技术创新教学方式。</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目标</a:t>
            </a:r>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false" i="false" u="none" strike="noStrike">
                <a:solidFill>
                  <a:srgbClr val="404040">
                    <a:alpha val="100000"/>
                  </a:srgbClr>
                </a:solidFill>
                <a:latin typeface="DeepSeek-CJK-patch"/>
                <a:ea typeface="DeepSeek-CJK-patch"/>
                <a:cs typeface="+mn-cs"/>
              </a:rPr>
              <a:t>明确研究生在学术沟通中的痛点与需求</a:t>
            </a:r>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false" i="false" u="none" strike="noStrike">
                <a:solidFill>
                  <a:srgbClr val="404040">
                    <a:alpha val="100000"/>
                  </a:srgbClr>
                </a:solidFill>
                <a:latin typeface="DeepSeek-CJK-patch"/>
                <a:ea typeface="DeepSeek-CJK-patch"/>
                <a:cs typeface="+mn-cs"/>
              </a:rPr>
              <a:t>探索基于 Unity+AI 的沉浸式训练方案，实现个性化、实时反馈的口语提升</a:t>
            </a:r>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false" i="false" u="none" strike="noStrike">
                <a:solidFill>
                  <a:srgbClr val="404040">
                    <a:alpha val="100000"/>
                  </a:srgbClr>
                </a:solidFill>
                <a:latin typeface="DeepSeek-CJK-patch"/>
                <a:ea typeface="DeepSeek-CJK-patch"/>
                <a:cs typeface="+mn-cs"/>
              </a:rPr>
              <a:t>为教育模式革新提供可复制、低成本、高效率的解决方案</a:t>
            </a:r>
            <a:endParaRPr/>
          </a:p>
          <a:p>
            <a:pPr marL="457200" lvl="1" indent="0" algn="l" defTabSz="914400">
              <a:lnSpc>
                <a:spcPct val="150000"/>
              </a:lnSpc>
              <a:buNone/>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en-US" sz="1400">
              <a:solidFill>
                <a:schemeClr val="tx1">
                  <a:alpha val="100000"/>
                </a:schemeClr>
              </a:solidFill>
              <a:latin typeface="思源黑体 CN Normal"/>
              <a:ea typeface="思源黑体 CN Normal"/>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zh-CN" sz="1800">
              <a:solidFill>
                <a:srgbClr val="893A7F">
                  <a:alpha val="100000"/>
                </a:srgbClr>
              </a:solidFill>
              <a:latin typeface="思源黑体 CN Bold"/>
              <a:ea typeface="思源黑体 CN Bold"/>
              <a:cs typeface="+mn-cs"/>
              <a:sym typeface="等线"/>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5.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240" name=""/>
        <p:cNvGrpSpPr/>
        <p:nvPr/>
      </p:nvGrpSpPr>
      <p:grpSpPr>
        <a:xfrm>
          <a:off x="0" y="0"/>
          <a:ext cx="0" cy="0"/>
          <a:chOff x="0" y="0"/>
          <a:chExt cx="0" cy="0"/>
        </a:xfrm>
      </p:grpSpPr>
      <p:sp>
        <p:nvSpPr>
          <p:cNvPr id="241"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242" name="文本占位符 2"/>
          <p:cNvSpPr>
            <a:spLocks noGrp="true"/>
          </p:cNvSpPr>
          <p:nvPr>
            <p:ph type="body" sz="quarter" idx="13"/>
          </p:nvPr>
        </p:nvSpPr>
        <p:spPr/>
        <p:txBody>
          <a:bodyPr/>
          <a:lstStyle/>
          <a:p>
            <a:pPr>
              <a:buFont typeface="Arial" panose="020B0604020202020204" pitchFamily="34" charset="0"/>
              <a:buNone/>
            </a:pPr>
            <a:r>
              <a:rPr lang="zh-CN">
                <a:latin typeface="等线"/>
                <a:ea typeface="思源黑体 CN Bold"/>
                <a:cs typeface="+mn-cs"/>
                <a:sym typeface="等线"/>
              </a:rPr>
              <a:t>项目背景</a:t>
            </a:r>
            <a:endParaRPr lang="zh-CN"/>
          </a:p>
        </p:txBody>
      </p:sp>
      <p:sp>
        <p:nvSpPr>
          <p:cNvPr id="243" name="矩形: 圆角 9"/>
          <p:cNvSpPr/>
          <p:nvPr/>
        </p:nvSpPr>
        <p:spPr bwMode="auto">
          <a:xfrm rot="0" flipH="false" flipV="false">
            <a:off x="2755014" y="785090"/>
            <a:ext cx="6500436"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marL="0" lvl="0" algn="ctr" defTabSz="914400">
              <a:lnSpc>
                <a:spcPct val="90000"/>
              </a:lnSpc>
              <a:defRPr sz="1800">
                <a:solidFill>
                  <a:schemeClr val="tx1">
                    <a:alpha val="100000"/>
                  </a:schemeClr>
                </a:solidFill>
                <a:latin typeface="等线"/>
                <a:ea typeface="等线"/>
                <a:cs typeface="+mn-cs"/>
              </a:defRPr>
            </a:pPr>
            <a:r>
              <a:rPr lang="zh-CN" sz="2400" b="false" i="false" u="none" strike="noStrike" spc="300">
                <a:solidFill>
                  <a:srgbClr val="9E008B">
                    <a:alpha val="100000"/>
                  </a:srgbClr>
                </a:solidFill>
                <a:latin typeface="思源黑体 CN Bold"/>
                <a:ea typeface="思源黑体 CN Bold"/>
                <a:cs typeface="+mn-cs"/>
                <a:sym typeface="等线"/>
              </a:rPr>
              <a:t>核</a:t>
            </a:r>
            <a:r>
              <a:rPr lang="zh-CN" sz="2400" b="false" i="false" u="none" strike="noStrike" spc="300">
                <a:solidFill>
                  <a:srgbClr val="9E008B">
                    <a:alpha val="100000"/>
                  </a:srgbClr>
                </a:solidFill>
                <a:latin typeface="思源黑体 CN Bold"/>
                <a:ea typeface="思源黑体 CN Bold"/>
                <a:cs typeface="+mn-cs"/>
                <a:sym typeface="等线"/>
              </a:rPr>
              <a:t>心问题：研究</a:t>
            </a:r>
            <a:r>
              <a:rPr lang="zh-CN" sz="2400" b="false" i="false" u="none" strike="noStrike" spc="300">
                <a:solidFill>
                  <a:srgbClr val="9E008B">
                    <a:alpha val="100000"/>
                  </a:srgbClr>
                </a:solidFill>
                <a:latin typeface="思源黑体 CN Bold"/>
                <a:ea typeface="思源黑体 CN Bold"/>
                <a:cs typeface="+mn-cs"/>
                <a:sym typeface="等线"/>
              </a:rPr>
              <a:t>生口语能力不足的痛点</a:t>
            </a:r>
            <a:endParaRPr sz="1800">
              <a:solidFill>
                <a:schemeClr val="lt1">
                  <a:alpha val="100000"/>
                </a:schemeClr>
              </a:solidFill>
              <a:latin typeface="等线"/>
              <a:ea typeface="等线"/>
              <a:cs typeface="+mn-cs"/>
            </a:endParaRPr>
          </a:p>
        </p:txBody>
      </p:sp>
      <p:sp>
        <p:nvSpPr>
          <p:cNvPr id="244" name="文本框 10"/>
          <p:cNvSpPr txBox="true"/>
          <p:nvPr/>
        </p:nvSpPr>
        <p:spPr>
          <a:xfrm rot="0" flipH="false" flipV="false">
            <a:off x="628651" y="1625861"/>
            <a:ext cx="8271390" cy="5759450"/>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学术表达的复杂性：</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需求描述</a:t>
            </a:r>
            <a:r>
              <a:rPr lang="zh-CN" sz="1600" b="false" i="false" u="none" strike="noStrike">
                <a:solidFill>
                  <a:srgbClr val="404040">
                    <a:alpha val="100000"/>
                  </a:srgbClr>
                </a:solidFill>
                <a:latin typeface="DeepSeek-CJK-patch"/>
                <a:ea typeface="DeepSeek-CJK-patch"/>
                <a:cs typeface="+mn-cs"/>
              </a:rPr>
              <a:t>：</a:t>
            </a:r>
            <a:r>
              <a:rPr lang="zh-CN" sz="1600" b="false" i="false" u="none" strike="noStrike">
                <a:solidFill>
                  <a:srgbClr val="404040">
                    <a:alpha val="100000"/>
                  </a:srgbClr>
                </a:solidFill>
                <a:latin typeface="DeepSeek-CJK-patch"/>
                <a:ea typeface="DeepSeek-CJK-patch"/>
                <a:cs typeface="+mn-cs"/>
              </a:rPr>
              <a:t> 学术汇报、论文答辩等场景要求语言精准、逻辑严密，既需要清晰表达又需条理清楚。</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当前痛点</a:t>
            </a:r>
            <a:r>
              <a:rPr lang="zh-CN" sz="1600" b="false" i="false" u="none" strike="noStrike">
                <a:solidFill>
                  <a:srgbClr val="404040">
                    <a:alpha val="100000"/>
                  </a:srgbClr>
                </a:solidFill>
                <a:latin typeface="DeepSeek-CJK-patch"/>
                <a:ea typeface="DeepSeek-CJK-patch"/>
                <a:cs typeface="+mn-cs"/>
              </a:rPr>
              <a:t>：</a:t>
            </a:r>
            <a:r>
              <a:rPr lang="zh-CN" sz="1600" b="false" i="false" u="none" strike="noStrike">
                <a:solidFill>
                  <a:srgbClr val="404040">
                    <a:alpha val="100000"/>
                  </a:srgbClr>
                </a:solidFill>
                <a:latin typeface="DeepSeek-CJK-patch"/>
                <a:ea typeface="DeepSeek-CJK-patch"/>
                <a:cs typeface="+mn-cs"/>
              </a:rPr>
              <a:t> </a:t>
            </a:r>
            <a:r>
              <a:rPr lang="zh-CN" sz="1600" b="false" i="false" u="none" strike="noStrike">
                <a:solidFill>
                  <a:srgbClr val="404040">
                    <a:alpha val="100000"/>
                  </a:srgbClr>
                </a:solidFill>
                <a:latin typeface="DeepSeek-CJK-patch"/>
                <a:ea typeface="DeepSeek-CJK-patch"/>
                <a:cs typeface="+mn-cs"/>
              </a:rPr>
              <a:t>研究生常面临词汇量不足、语法错误、表达不流畅等问题，影响学术成果展示效果；同时，口语训练工具多侧重文本生成，缺乏针对口语交互的专项支持。</a:t>
            </a:r>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1600" b="false" i="false" u="none" strike="noStrike">
              <a:solidFill>
                <a:srgbClr val="404040">
                  <a:alpha val="100000"/>
                </a:srgbClr>
              </a:solidFill>
              <a:latin typeface="DeepSeek-CJK-patch"/>
              <a:ea typeface="DeepSeek-CJK-patch"/>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传统训练模式的局限性</a:t>
            </a:r>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跨文化沟通能力的缺失</a:t>
            </a:r>
            <a:endParaRPr/>
          </a:p>
          <a:p>
            <a:pPr marL="457200" lvl="1" indent="0" algn="l" defTabSz="914400">
              <a:lnSpc>
                <a:spcPct val="150000"/>
              </a:lnSpc>
              <a:buNone/>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en-US" sz="1400">
              <a:solidFill>
                <a:schemeClr val="tx1">
                  <a:alpha val="100000"/>
                </a:schemeClr>
              </a:solidFill>
              <a:latin typeface="思源黑体 CN Normal"/>
              <a:ea typeface="思源黑体 CN Normal"/>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zh-CN" sz="1800">
              <a:solidFill>
                <a:srgbClr val="893A7F">
                  <a:alpha val="100000"/>
                </a:srgbClr>
              </a:solidFill>
              <a:latin typeface="思源黑体 CN Bold"/>
              <a:ea typeface="思源黑体 CN Bold"/>
              <a:cs typeface="+mn-cs"/>
              <a:sym typeface="等线"/>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6.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1" name=""/>
        <p:cNvGrpSpPr/>
        <p:nvPr/>
      </p:nvGrpSpPr>
      <p:grpSpPr>
        <a:xfrm>
          <a:off x="0" y="0"/>
          <a:ext cx="0" cy="0"/>
          <a:chOff x="0" y="0"/>
          <a:chExt cx="0" cy="0"/>
        </a:xfrm>
      </p:grpSpPr>
      <p:sp>
        <p:nvSpPr>
          <p:cNvPr id="2"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3" name="文本占位符 2"/>
          <p:cNvSpPr>
            <a:spLocks noGrp="true"/>
          </p:cNvSpPr>
          <p:nvPr>
            <p:ph type="body" sz="quarter" idx="13"/>
          </p:nvPr>
        </p:nvSpPr>
        <p:spPr/>
        <p:txBody>
          <a:bodyPr/>
          <a:lstStyle/>
          <a:p>
            <a:pPr>
              <a:buFont typeface="Arial" panose="020B0604020202020204" pitchFamily="34" charset="0"/>
              <a:buNone/>
            </a:pPr>
            <a:r>
              <a:rPr lang="zh-CN">
                <a:latin typeface="等线"/>
                <a:ea typeface="思源黑体 CN Bold"/>
                <a:cs typeface="+mn-cs"/>
                <a:sym typeface="等线"/>
              </a:rPr>
              <a:t>项目背景</a:t>
            </a:r>
            <a:endParaRPr lang="zh-CN"/>
          </a:p>
        </p:txBody>
      </p:sp>
      <p:sp>
        <p:nvSpPr>
          <p:cNvPr id="4" name="矩形: 圆角 9"/>
          <p:cNvSpPr/>
          <p:nvPr/>
        </p:nvSpPr>
        <p:spPr bwMode="auto">
          <a:xfrm rot="0" flipH="false" flipV="false">
            <a:off x="2845782" y="840559"/>
            <a:ext cx="6500436"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marL="0" lvl="0" algn="ctr" defTabSz="914400">
              <a:lnSpc>
                <a:spcPct val="90000"/>
              </a:lnSpc>
              <a:defRPr sz="1800">
                <a:solidFill>
                  <a:schemeClr val="tx1">
                    <a:alpha val="100000"/>
                  </a:schemeClr>
                </a:solidFill>
                <a:latin typeface="等线"/>
                <a:ea typeface="等线"/>
                <a:cs typeface="+mn-cs"/>
              </a:defRPr>
            </a:pPr>
            <a:r>
              <a:rPr lang="zh-CN" sz="2400" b="false" i="false" u="none" strike="noStrike" spc="300">
                <a:solidFill>
                  <a:srgbClr val="9E008B">
                    <a:alpha val="100000"/>
                  </a:srgbClr>
                </a:solidFill>
                <a:latin typeface="思源黑体 CN Bold"/>
                <a:ea typeface="思源黑体 CN Bold"/>
                <a:cs typeface="+mn-cs"/>
                <a:sym typeface="等线"/>
              </a:rPr>
              <a:t>核</a:t>
            </a:r>
            <a:r>
              <a:rPr lang="zh-CN" sz="2400" b="false" i="false" u="none" strike="noStrike" spc="300">
                <a:solidFill>
                  <a:srgbClr val="9E008B">
                    <a:alpha val="100000"/>
                  </a:srgbClr>
                </a:solidFill>
                <a:latin typeface="思源黑体 CN Bold"/>
                <a:ea typeface="思源黑体 CN Bold"/>
                <a:cs typeface="+mn-cs"/>
                <a:sym typeface="等线"/>
              </a:rPr>
              <a:t>心问题：研究</a:t>
            </a:r>
            <a:r>
              <a:rPr lang="zh-CN" sz="2400" b="false" i="false" u="none" strike="noStrike" spc="300">
                <a:solidFill>
                  <a:srgbClr val="9E008B">
                    <a:alpha val="100000"/>
                  </a:srgbClr>
                </a:solidFill>
                <a:latin typeface="思源黑体 CN Bold"/>
                <a:ea typeface="思源黑体 CN Bold"/>
                <a:cs typeface="+mn-cs"/>
                <a:sym typeface="等线"/>
              </a:rPr>
              <a:t>生口语能力不足的痛点</a:t>
            </a:r>
            <a:endParaRPr sz="1800">
              <a:solidFill>
                <a:schemeClr val="lt1">
                  <a:alpha val="100000"/>
                </a:schemeClr>
              </a:solidFill>
              <a:latin typeface="等线"/>
              <a:ea typeface="等线"/>
              <a:cs typeface="+mn-cs"/>
            </a:endParaRPr>
          </a:p>
        </p:txBody>
      </p:sp>
      <p:sp>
        <p:nvSpPr>
          <p:cNvPr id="5" name="文本框 10"/>
          <p:cNvSpPr txBox="true"/>
          <p:nvPr/>
        </p:nvSpPr>
        <p:spPr>
          <a:xfrm rot="0" flipH="false" flipV="false">
            <a:off x="816623" y="1555264"/>
            <a:ext cx="8238690" cy="5397500"/>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学术表达的复杂性</a:t>
            </a:r>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传统训练模式的局限性</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依赖人工或固定教材</a:t>
            </a:r>
            <a:r>
              <a:rPr lang="zh-CN" sz="1600" b="false" i="false" u="none" strike="noStrike">
                <a:solidFill>
                  <a:srgbClr val="404040">
                    <a:alpha val="100000"/>
                  </a:srgbClr>
                </a:solidFill>
                <a:latin typeface="DeepSeek-CJK-patch"/>
                <a:ea typeface="DeepSeek-CJK-patch"/>
                <a:cs typeface="+mn-cs"/>
              </a:rPr>
              <a:t>：</a:t>
            </a:r>
            <a:r>
              <a:rPr lang="zh-CN" sz="1600" b="false" i="false" u="none" strike="noStrike">
                <a:solidFill>
                  <a:srgbClr val="404040">
                    <a:alpha val="100000"/>
                  </a:srgbClr>
                </a:solidFill>
                <a:latin typeface="DeepSeek-CJK-patch"/>
                <a:ea typeface="DeepSeek-CJK-patch"/>
                <a:cs typeface="+mn-cs"/>
              </a:rPr>
              <a:t> 现有口语训练多依赖人工纠错和标准化教材，导致反馈周期长、难以模拟真实学术场景。</a:t>
            </a:r>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个性化不足</a:t>
            </a:r>
            <a:r>
              <a:rPr lang="zh-CN" sz="1600" b="false" i="false" u="none" strike="noStrike">
                <a:solidFill>
                  <a:srgbClr val="404040">
                    <a:alpha val="100000"/>
                  </a:srgbClr>
                </a:solidFill>
                <a:latin typeface="DeepSeek-CJK-patch"/>
                <a:ea typeface="DeepSeek-CJK-patch"/>
                <a:cs typeface="+mn-cs"/>
              </a:rPr>
              <a:t>：</a:t>
            </a:r>
            <a:r>
              <a:rPr lang="zh-CN" sz="1600" b="false" i="false" u="none" strike="noStrike">
                <a:solidFill>
                  <a:srgbClr val="404040">
                    <a:alpha val="100000"/>
                  </a:srgbClr>
                </a:solidFill>
                <a:latin typeface="DeepSeek-CJK-patch"/>
                <a:ea typeface="DeepSeek-CJK-patch"/>
                <a:cs typeface="+mn-cs"/>
              </a:rPr>
              <a:t> </a:t>
            </a:r>
            <a:r>
              <a:rPr lang="zh-CN" sz="1600" b="false" i="false" u="none" strike="noStrike">
                <a:solidFill>
                  <a:srgbClr val="404040">
                    <a:alpha val="100000"/>
                  </a:srgbClr>
                </a:solidFill>
                <a:latin typeface="DeepSeek-CJK-patch"/>
                <a:ea typeface="DeepSeek-CJK-patch"/>
                <a:cs typeface="+mn-cs"/>
              </a:rPr>
              <a:t>学生个体差异较大，统一模式难以满足不同需求，难以实现定制化训练。</a:t>
            </a:r>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1600" b="false" i="false" u="none" strike="noStrike">
              <a:solidFill>
                <a:srgbClr val="404040">
                  <a:alpha val="100000"/>
                </a:srgbClr>
              </a:solidFill>
              <a:latin typeface="DeepSeek-CJK-patch"/>
              <a:ea typeface="DeepSeek-CJK-patch"/>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跨文化沟通能力的缺失</a:t>
            </a:r>
            <a:endParaRPr sz="1800">
              <a:solidFill>
                <a:schemeClr val="tx1">
                  <a:alpha val="100000"/>
                </a:schemeClr>
              </a:solidFill>
              <a:latin typeface="等线"/>
              <a:ea typeface="等线"/>
              <a:cs typeface="+mn-cs"/>
            </a:endParaRPr>
          </a:p>
          <a:p>
            <a:pPr marL="457200" lvl="1" indent="0" algn="l" defTabSz="914400">
              <a:lnSpc>
                <a:spcPct val="150000"/>
              </a:lnSpc>
              <a:buNone/>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en-US" sz="1400">
              <a:solidFill>
                <a:schemeClr val="tx1">
                  <a:alpha val="100000"/>
                </a:schemeClr>
              </a:solidFill>
              <a:latin typeface="思源黑体 CN Normal"/>
              <a:ea typeface="思源黑体 CN Normal"/>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zh-CN" sz="1800">
              <a:solidFill>
                <a:srgbClr val="893A7F">
                  <a:alpha val="100000"/>
                </a:srgbClr>
              </a:solidFill>
              <a:latin typeface="思源黑体 CN Bold"/>
              <a:ea typeface="思源黑体 CN Bold"/>
              <a:cs typeface="+mn-cs"/>
              <a:sym typeface="等线"/>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7.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6" name=""/>
        <p:cNvGrpSpPr/>
        <p:nvPr/>
      </p:nvGrpSpPr>
      <p:grpSpPr>
        <a:xfrm>
          <a:off x="0" y="0"/>
          <a:ext cx="0" cy="0"/>
          <a:chOff x="0" y="0"/>
          <a:chExt cx="0" cy="0"/>
        </a:xfrm>
      </p:grpSpPr>
      <p:sp>
        <p:nvSpPr>
          <p:cNvPr id="7"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8" name="文本占位符 2"/>
          <p:cNvSpPr>
            <a:spLocks noGrp="true"/>
          </p:cNvSpPr>
          <p:nvPr>
            <p:ph type="body" sz="quarter" idx="13"/>
          </p:nvPr>
        </p:nvSpPr>
        <p:spPr/>
        <p:txBody>
          <a:bodyPr/>
          <a:lstStyle/>
          <a:p>
            <a:pPr>
              <a:buFont typeface="Arial" panose="020B0604020202020204" pitchFamily="34" charset="0"/>
              <a:buNone/>
            </a:pPr>
            <a:r>
              <a:rPr lang="zh-CN">
                <a:latin typeface="等线"/>
                <a:ea typeface="思源黑体 CN Bold"/>
                <a:cs typeface="+mn-cs"/>
                <a:sym typeface="等线"/>
              </a:rPr>
              <a:t>项目背景</a:t>
            </a:r>
            <a:endParaRPr lang="zh-CN"/>
          </a:p>
        </p:txBody>
      </p:sp>
      <p:sp>
        <p:nvSpPr>
          <p:cNvPr id="9" name="矩形: 圆角 9"/>
          <p:cNvSpPr/>
          <p:nvPr/>
        </p:nvSpPr>
        <p:spPr bwMode="auto">
          <a:xfrm rot="0" flipH="false" flipV="false">
            <a:off x="2845782" y="840559"/>
            <a:ext cx="6500436"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marL="0" lvl="0" algn="ctr" defTabSz="914400">
              <a:lnSpc>
                <a:spcPct val="90000"/>
              </a:lnSpc>
              <a:defRPr sz="1800">
                <a:solidFill>
                  <a:schemeClr val="tx1">
                    <a:alpha val="100000"/>
                  </a:schemeClr>
                </a:solidFill>
                <a:latin typeface="等线"/>
                <a:ea typeface="等线"/>
                <a:cs typeface="+mn-cs"/>
              </a:defRPr>
            </a:pPr>
            <a:r>
              <a:rPr lang="zh-CN" sz="2400" b="false" i="false" u="none" strike="noStrike" spc="300">
                <a:solidFill>
                  <a:srgbClr val="9E008B">
                    <a:alpha val="100000"/>
                  </a:srgbClr>
                </a:solidFill>
                <a:latin typeface="思源黑体 CN Bold"/>
                <a:ea typeface="思源黑体 CN Bold"/>
                <a:cs typeface="+mn-cs"/>
                <a:sym typeface="等线"/>
              </a:rPr>
              <a:t>核</a:t>
            </a:r>
            <a:r>
              <a:rPr lang="zh-CN" sz="2400" b="false" i="false" u="none" strike="noStrike" spc="300">
                <a:solidFill>
                  <a:srgbClr val="9E008B">
                    <a:alpha val="100000"/>
                  </a:srgbClr>
                </a:solidFill>
                <a:latin typeface="思源黑体 CN Bold"/>
                <a:ea typeface="思源黑体 CN Bold"/>
                <a:cs typeface="+mn-cs"/>
                <a:sym typeface="等线"/>
              </a:rPr>
              <a:t>心问题：研究</a:t>
            </a:r>
            <a:r>
              <a:rPr lang="zh-CN" sz="2400" b="false" i="false" u="none" strike="noStrike" spc="300">
                <a:solidFill>
                  <a:srgbClr val="9E008B">
                    <a:alpha val="100000"/>
                  </a:srgbClr>
                </a:solidFill>
                <a:latin typeface="思源黑体 CN Bold"/>
                <a:ea typeface="思源黑体 CN Bold"/>
                <a:cs typeface="+mn-cs"/>
                <a:sym typeface="等线"/>
              </a:rPr>
              <a:t>生口语能力不足的痛点</a:t>
            </a:r>
            <a:endParaRPr sz="1800">
              <a:solidFill>
                <a:schemeClr val="lt1">
                  <a:alpha val="100000"/>
                </a:schemeClr>
              </a:solidFill>
              <a:latin typeface="等线"/>
              <a:ea typeface="等线"/>
              <a:cs typeface="+mn-cs"/>
            </a:endParaRPr>
          </a:p>
        </p:txBody>
      </p:sp>
      <p:sp>
        <p:nvSpPr>
          <p:cNvPr id="10" name="文本框 10"/>
          <p:cNvSpPr txBox="true"/>
          <p:nvPr/>
        </p:nvSpPr>
        <p:spPr>
          <a:xfrm rot="0" flipH="false" flipV="false">
            <a:off x="816623" y="1484667"/>
            <a:ext cx="8141448" cy="5873749"/>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学术表达的复杂性</a:t>
            </a:r>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传统训练模式的局限性</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跨文化沟通能力的缺失</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国际化需求</a:t>
            </a:r>
            <a:r>
              <a:rPr lang="zh-CN" sz="1600" b="false" i="false" u="none" strike="noStrike">
                <a:solidFill>
                  <a:srgbClr val="404040">
                    <a:alpha val="100000"/>
                  </a:srgbClr>
                </a:solidFill>
                <a:latin typeface="DeepSeek-CJK-patch"/>
                <a:ea typeface="DeepSeek-CJK-patch"/>
                <a:cs typeface="+mn-cs"/>
              </a:rPr>
              <a:t>：</a:t>
            </a:r>
            <a:r>
              <a:rPr lang="zh-CN" sz="1600" b="false" i="false" u="none" strike="noStrike">
                <a:solidFill>
                  <a:srgbClr val="404040">
                    <a:alpha val="100000"/>
                  </a:srgbClr>
                </a:solidFill>
                <a:latin typeface="DeepSeek-CJK-patch"/>
                <a:ea typeface="DeepSeek-CJK-patch"/>
                <a:cs typeface="+mn-cs"/>
              </a:rPr>
              <a:t> </a:t>
            </a:r>
            <a:r>
              <a:rPr lang="zh-CN" sz="1600" b="false" i="false" u="none" strike="noStrike">
                <a:solidFill>
                  <a:srgbClr val="404040">
                    <a:alpha val="100000"/>
                  </a:srgbClr>
                </a:solidFill>
                <a:latin typeface="DeepSeek-CJK-patch"/>
                <a:ea typeface="DeepSeek-CJK-patch"/>
                <a:cs typeface="+mn-cs"/>
              </a:rPr>
              <a:t>随着国际学术交流增多，研究生需要适应多元文化背景下的沟通方式。</a:t>
            </a:r>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工具短板</a:t>
            </a:r>
            <a:r>
              <a:rPr lang="zh-CN" sz="1600" b="false" i="false" u="none" strike="noStrike">
                <a:solidFill>
                  <a:srgbClr val="404040">
                    <a:alpha val="100000"/>
                  </a:srgbClr>
                </a:solidFill>
                <a:latin typeface="DeepSeek-CJK-patch"/>
                <a:ea typeface="DeepSeek-CJK-patch"/>
                <a:cs typeface="+mn-cs"/>
              </a:rPr>
              <a:t>：</a:t>
            </a:r>
            <a:r>
              <a:rPr lang="zh-CN" sz="1600" b="false" i="false" u="none" strike="noStrike">
                <a:solidFill>
                  <a:srgbClr val="404040">
                    <a:alpha val="100000"/>
                  </a:srgbClr>
                </a:solidFill>
                <a:latin typeface="DeepSeek-CJK-patch"/>
                <a:ea typeface="DeepSeek-CJK-patch"/>
                <a:cs typeface="+mn-cs"/>
              </a:rPr>
              <a:t> </a:t>
            </a:r>
            <a:r>
              <a:rPr lang="zh-CN" sz="1600" b="false" i="false" u="none" strike="noStrike">
                <a:solidFill>
                  <a:srgbClr val="404040">
                    <a:alpha val="100000"/>
                  </a:srgbClr>
                </a:solidFill>
                <a:latin typeface="DeepSeek-CJK-patch"/>
                <a:ea typeface="DeepSeek-CJK-patch"/>
                <a:cs typeface="+mn-cs"/>
              </a:rPr>
              <a:t>当前工具多聚焦单一语言场景，缺乏对跨文化语用习惯和交流风格的模拟，难以培养全球化视野。</a:t>
            </a:r>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1300">
              <a:solidFill>
                <a:schemeClr val="tx1">
                  <a:alpha val="100000"/>
                </a:schemeClr>
              </a:solidFill>
              <a:latin typeface="PingFang SC"/>
              <a:ea typeface="PingFang SC"/>
              <a:cs typeface="+mn-cs"/>
            </a:endParaRPr>
          </a:p>
          <a:p>
            <a:pPr marL="457200" lvl="1" indent="0" algn="l" defTabSz="914400">
              <a:lnSpc>
                <a:spcPct val="150000"/>
              </a:lnSpc>
              <a:buNone/>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en-US" sz="1400">
              <a:solidFill>
                <a:schemeClr val="tx1">
                  <a:alpha val="100000"/>
                </a:schemeClr>
              </a:solidFill>
              <a:latin typeface="思源黑体 CN Normal"/>
              <a:ea typeface="思源黑体 CN Normal"/>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zh-CN" sz="1800">
              <a:solidFill>
                <a:srgbClr val="893A7F">
                  <a:alpha val="100000"/>
                </a:srgbClr>
              </a:solidFill>
              <a:latin typeface="思源黑体 CN Bold"/>
              <a:ea typeface="思源黑体 CN Bold"/>
              <a:cs typeface="+mn-cs"/>
              <a:sym typeface="等线"/>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8.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11" name=""/>
        <p:cNvGrpSpPr/>
        <p:nvPr/>
      </p:nvGrpSpPr>
      <p:grpSpPr>
        <a:xfrm>
          <a:off x="0" y="0"/>
          <a:ext cx="0" cy="0"/>
          <a:chOff x="0" y="0"/>
          <a:chExt cx="0" cy="0"/>
        </a:xfrm>
      </p:grpSpPr>
      <p:sp>
        <p:nvSpPr>
          <p:cNvPr id="12"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13" name="文本占位符 2"/>
          <p:cNvSpPr>
            <a:spLocks noGrp="true"/>
          </p:cNvSpPr>
          <p:nvPr>
            <p:ph type="body" sz="quarter" idx="13"/>
          </p:nvPr>
        </p:nvSpPr>
        <p:spPr/>
        <p:txBody>
          <a:bodyPr/>
          <a:lstStyle/>
          <a:p>
            <a:pPr>
              <a:buFont typeface="Arial" panose="020B0604020202020204" pitchFamily="34" charset="0"/>
              <a:buNone/>
            </a:pPr>
            <a:r>
              <a:rPr lang="zh-CN">
                <a:latin typeface="等线"/>
                <a:ea typeface="思源黑体 CN Bold"/>
                <a:cs typeface="+mn-cs"/>
                <a:sym typeface="等线"/>
              </a:rPr>
              <a:t>项目背景</a:t>
            </a:r>
            <a:endParaRPr lang="zh-CN"/>
          </a:p>
        </p:txBody>
      </p:sp>
      <p:sp>
        <p:nvSpPr>
          <p:cNvPr id="14" name="矩形: 圆角 9"/>
          <p:cNvSpPr/>
          <p:nvPr/>
        </p:nvSpPr>
        <p:spPr bwMode="auto">
          <a:xfrm rot="0" flipH="false" flipV="false">
            <a:off x="2845782" y="840559"/>
            <a:ext cx="6500436"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marL="0" lvl="0" algn="ctr" defTabSz="914400">
              <a:lnSpc>
                <a:spcPct val="90000"/>
              </a:lnSpc>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问题的重要性：学术沟通能力的战略价值</a:t>
            </a:r>
            <a:endParaRPr/>
          </a:p>
        </p:txBody>
      </p:sp>
      <p:sp>
        <p:nvSpPr>
          <p:cNvPr id="15" name="文本框 10"/>
          <p:cNvSpPr txBox="true"/>
          <p:nvPr/>
        </p:nvSpPr>
        <p:spPr>
          <a:xfrm rot="0" flipH="false" flipV="false">
            <a:off x="816623" y="1615775"/>
            <a:ext cx="8147050" cy="5511800"/>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学术成果传播：</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false" i="false" u="none" strike="noStrike">
                <a:solidFill>
                  <a:srgbClr val="404040">
                    <a:alpha val="100000"/>
                  </a:srgbClr>
                </a:solidFill>
                <a:latin typeface="DeepSeek-CJK-patch"/>
                <a:ea typeface="DeepSeek-CJK-patch"/>
                <a:cs typeface="+mn-cs"/>
              </a:rPr>
              <a:t>有效的口语表达能力能够提高论文录用率和答辩通过率，是展示研究成果、建立学术联系的重要环节。</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false" i="false" u="none" strike="noStrike">
                <a:solidFill>
                  <a:srgbClr val="404040">
                    <a:alpha val="100000"/>
                  </a:srgbClr>
                </a:solidFill>
                <a:latin typeface="DeepSeek-CJK-patch"/>
                <a:ea typeface="DeepSeek-CJK-patch"/>
                <a:cs typeface="+mn-cs"/>
              </a:rPr>
              <a:t>研究生在学术场合中的表现直接影响到成果的传播效果和未来合作机会。</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职业发展潜力：</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false" i="false" u="none" strike="noStrike">
                <a:solidFill>
                  <a:srgbClr val="404040">
                    <a:alpha val="100000"/>
                  </a:srgbClr>
                </a:solidFill>
                <a:latin typeface="DeepSeek-CJK-patch"/>
                <a:ea typeface="DeepSeek-CJK-patch"/>
                <a:cs typeface="+mn-cs"/>
              </a:rPr>
              <a:t>研究生阶段是职业素养培养的关键期，口语能力与专业技能同样重要，是未来学术合作、科研管理、国际交流等岗位的必备素质。</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推动教育模式革新：</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false" i="false" u="none" strike="noStrike">
                <a:solidFill>
                  <a:srgbClr val="404040">
                    <a:alpha val="100000"/>
                  </a:srgbClr>
                </a:solidFill>
                <a:latin typeface="DeepSeek-CJK-patch"/>
                <a:ea typeface="DeepSeek-CJK-patch"/>
                <a:cs typeface="+mn-cs"/>
              </a:rPr>
              <a:t>利用</a:t>
            </a:r>
            <a:r>
              <a:rPr lang="zh-CN" sz="1600" b="false" i="false" u="none" strike="noStrike">
                <a:solidFill>
                  <a:srgbClr val="404040">
                    <a:alpha val="100000"/>
                  </a:srgbClr>
                </a:solidFill>
                <a:latin typeface="DeepSeek-CJK-patch"/>
                <a:ea typeface="DeepSeek-CJK-patch"/>
                <a:cs typeface="+mn-cs"/>
              </a:rPr>
              <a:t> AIGC </a:t>
            </a:r>
            <a:r>
              <a:rPr lang="zh-CN" sz="1600" b="false" i="false" u="none" strike="noStrike">
                <a:solidFill>
                  <a:srgbClr val="404040">
                    <a:alpha val="100000"/>
                  </a:srgbClr>
                </a:solidFill>
                <a:latin typeface="DeepSeek-CJK-patch"/>
                <a:ea typeface="DeepSeek-CJK-patch"/>
                <a:cs typeface="+mn-cs"/>
              </a:rPr>
              <a:t>技术实现“个性化、沉浸式”的训练方式，为传统教育模式注入创新动力。</a:t>
            </a:r>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1300">
              <a:solidFill>
                <a:schemeClr val="tx1">
                  <a:alpha val="100000"/>
                </a:schemeClr>
              </a:solidFill>
              <a:latin typeface="PingFang SC"/>
              <a:ea typeface="PingFang SC"/>
              <a:cs typeface="+mn-cs"/>
            </a:endParaRPr>
          </a:p>
          <a:p>
            <a:pPr marL="457200" lvl="1" indent="0" algn="l" defTabSz="914400">
              <a:lnSpc>
                <a:spcPct val="150000"/>
              </a:lnSpc>
              <a:buNone/>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en-US" sz="1400">
              <a:solidFill>
                <a:schemeClr val="tx1">
                  <a:alpha val="100000"/>
                </a:schemeClr>
              </a:solidFill>
              <a:latin typeface="思源黑体 CN Normal"/>
              <a:ea typeface="思源黑体 CN Normal"/>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zh-CN" sz="1800">
              <a:solidFill>
                <a:srgbClr val="893A7F">
                  <a:alpha val="100000"/>
                </a:srgbClr>
              </a:solidFill>
              <a:latin typeface="思源黑体 CN Bold"/>
              <a:ea typeface="思源黑体 CN Bold"/>
              <a:cs typeface="+mn-cs"/>
              <a:sym typeface="等线"/>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9.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16" name=""/>
        <p:cNvGrpSpPr/>
        <p:nvPr/>
      </p:nvGrpSpPr>
      <p:grpSpPr>
        <a:xfrm>
          <a:off x="0" y="0"/>
          <a:ext cx="0" cy="0"/>
          <a:chOff x="0" y="0"/>
          <a:chExt cx="0" cy="0"/>
        </a:xfrm>
      </p:grpSpPr>
      <p:sp>
        <p:nvSpPr>
          <p:cNvPr id="17"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18" name="文本占位符 2"/>
          <p:cNvSpPr>
            <a:spLocks noGrp="true"/>
          </p:cNvSpPr>
          <p:nvPr>
            <p:ph type="body" sz="quarter" idx="13"/>
          </p:nvPr>
        </p:nvSpPr>
        <p:spPr/>
        <p:txBody>
          <a:bodyPr/>
          <a:lstStyle/>
          <a:p>
            <a:pPr>
              <a:buFont typeface="Arial" panose="020B0604020202020204" pitchFamily="34" charset="0"/>
              <a:buNone/>
            </a:pPr>
            <a:r>
              <a:rPr lang="zh-CN">
                <a:latin typeface="等线"/>
                <a:ea typeface="思源黑体 CN Bold"/>
                <a:cs typeface="+mn-cs"/>
                <a:sym typeface="等线"/>
              </a:rPr>
              <a:t>项目背景</a:t>
            </a:r>
            <a:endParaRPr lang="zh-CN"/>
          </a:p>
        </p:txBody>
      </p:sp>
      <p:sp>
        <p:nvSpPr>
          <p:cNvPr id="19" name="矩形: 圆角 9"/>
          <p:cNvSpPr/>
          <p:nvPr/>
        </p:nvSpPr>
        <p:spPr bwMode="auto">
          <a:xfrm rot="0" flipH="false" flipV="false">
            <a:off x="2845782" y="840559"/>
            <a:ext cx="6500436"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marL="0" lvl="0" algn="ctr" defTabSz="914400">
              <a:lnSpc>
                <a:spcPct val="90000"/>
              </a:lnSpc>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项目价值定位：构建“</a:t>
            </a:r>
            <a:r>
              <a:rPr lang="zh-CN" sz="2400" b="false" i="false" u="none" strike="noStrike">
                <a:solidFill>
                  <a:srgbClr val="893A7F">
                    <a:alpha val="100000"/>
                  </a:srgbClr>
                </a:solidFill>
                <a:latin typeface="思源黑体 CN Bold"/>
                <a:ea typeface="思源黑体 CN Bold"/>
                <a:cs typeface="+mn-cs"/>
                <a:sym typeface="等线"/>
              </a:rPr>
              <a:t>Unity+AI</a:t>
            </a:r>
            <a:r>
              <a:rPr lang="zh-CN" sz="2400" b="false" i="false" u="none" strike="noStrike">
                <a:solidFill>
                  <a:srgbClr val="893A7F">
                    <a:alpha val="100000"/>
                  </a:srgbClr>
                </a:solidFill>
                <a:latin typeface="思源黑体 CN Bold"/>
                <a:ea typeface="思源黑体 CN Bold"/>
                <a:cs typeface="+mn-cs"/>
                <a:sym typeface="等线"/>
              </a:rPr>
              <a:t>”</a:t>
            </a:r>
            <a:r>
              <a:rPr lang="zh-CN" sz="2400" b="false" i="false" u="none" strike="noStrike">
                <a:solidFill>
                  <a:srgbClr val="893A7F">
                    <a:alpha val="100000"/>
                  </a:srgbClr>
                </a:solidFill>
                <a:latin typeface="思源黑体 CN Bold"/>
                <a:ea typeface="思源黑体 CN Bold"/>
                <a:cs typeface="+mn-cs"/>
                <a:sym typeface="等线"/>
              </a:rPr>
              <a:t>智能助手</a:t>
            </a:r>
            <a:endParaRPr/>
          </a:p>
        </p:txBody>
      </p:sp>
      <p:sp>
        <p:nvSpPr>
          <p:cNvPr id="20" name="文本框 10"/>
          <p:cNvSpPr txBox="true"/>
          <p:nvPr/>
        </p:nvSpPr>
        <p:spPr>
          <a:xfrm rot="0" flipH="false" flipV="false">
            <a:off x="628651" y="1605690"/>
            <a:ext cx="8147050" cy="6102350"/>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技术融合创新：</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3D</a:t>
            </a:r>
            <a:r>
              <a:rPr lang="zh-CN" sz="1600" b="true" i="false" u="none" strike="noStrike">
                <a:solidFill>
                  <a:srgbClr val="404040">
                    <a:alpha val="100000"/>
                  </a:srgbClr>
                </a:solidFill>
                <a:latin typeface="DeepSeek-CJK-patch"/>
                <a:ea typeface="DeepSeek-CJK-patch"/>
                <a:cs typeface="+mn-cs"/>
              </a:rPr>
              <a:t>交互场景：</a:t>
            </a:r>
            <a:r>
              <a:rPr lang="zh-CN" sz="1600" b="false" i="false" u="none" strike="noStrike">
                <a:solidFill>
                  <a:srgbClr val="404040">
                    <a:alpha val="100000"/>
                  </a:srgbClr>
                </a:solidFill>
                <a:latin typeface="DeepSeek-CJK-patch"/>
                <a:ea typeface="DeepSeek-CJK-patch"/>
                <a:cs typeface="+mn-cs"/>
              </a:rPr>
              <a:t> </a:t>
            </a:r>
            <a:r>
              <a:rPr lang="zh-CN" sz="1600" b="false" i="false" u="none" strike="noStrike">
                <a:solidFill>
                  <a:srgbClr val="404040">
                    <a:alpha val="100000"/>
                  </a:srgbClr>
                </a:solidFill>
                <a:latin typeface="DeepSeek-CJK-patch"/>
                <a:ea typeface="DeepSeek-CJK-patch"/>
                <a:cs typeface="+mn-cs"/>
              </a:rPr>
              <a:t>利用</a:t>
            </a:r>
            <a:r>
              <a:rPr lang="zh-CN" sz="1600" b="false" i="false" u="none" strike="noStrike">
                <a:solidFill>
                  <a:srgbClr val="404040">
                    <a:alpha val="100000"/>
                  </a:srgbClr>
                </a:solidFill>
                <a:latin typeface="DeepSeek-CJK-patch"/>
                <a:ea typeface="DeepSeek-CJK-patch"/>
                <a:cs typeface="+mn-cs"/>
              </a:rPr>
              <a:t> Unity </a:t>
            </a:r>
            <a:r>
              <a:rPr lang="zh-CN" sz="1600" b="false" i="false" u="none" strike="noStrike">
                <a:solidFill>
                  <a:srgbClr val="404040">
                    <a:alpha val="100000"/>
                  </a:srgbClr>
                </a:solidFill>
                <a:latin typeface="DeepSeek-CJK-patch"/>
                <a:ea typeface="DeepSeek-CJK-patch"/>
                <a:cs typeface="+mn-cs"/>
              </a:rPr>
              <a:t>构建沉浸式虚拟学术会议、答辩预演等多场景，营造真实互动氛围。</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AI</a:t>
            </a:r>
            <a:r>
              <a:rPr lang="zh-CN" sz="1600" b="true" i="false" u="none" strike="noStrike">
                <a:solidFill>
                  <a:srgbClr val="404040">
                    <a:alpha val="100000"/>
                  </a:srgbClr>
                </a:solidFill>
                <a:latin typeface="DeepSeek-CJK-patch"/>
                <a:ea typeface="DeepSeek-CJK-patch"/>
                <a:cs typeface="+mn-cs"/>
              </a:rPr>
              <a:t>语音与对话技术：</a:t>
            </a:r>
            <a:r>
              <a:rPr lang="zh-CN" sz="1600" b="false" i="false" u="none" strike="noStrike">
                <a:solidFill>
                  <a:srgbClr val="404040">
                    <a:alpha val="100000"/>
                  </a:srgbClr>
                </a:solidFill>
                <a:latin typeface="DeepSeek-CJK-patch"/>
                <a:ea typeface="DeepSeek-CJK-patch"/>
                <a:cs typeface="+mn-cs"/>
              </a:rPr>
              <a:t> </a:t>
            </a:r>
            <a:r>
              <a:rPr lang="zh-CN" sz="1600" b="false" i="false" u="none" strike="noStrike">
                <a:solidFill>
                  <a:srgbClr val="404040">
                    <a:alpha val="100000"/>
                  </a:srgbClr>
                </a:solidFill>
                <a:latin typeface="DeepSeek-CJK-patch"/>
                <a:ea typeface="DeepSeek-CJK-patch"/>
                <a:cs typeface="+mn-cs"/>
              </a:rPr>
              <a:t>结合先进语音识别与自然语言处理技术（如腾讯智影等），实现即时反馈、语音纠错和个性化建议。</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2400" b="false" i="false" u="none" strike="noStrike">
                <a:solidFill>
                  <a:srgbClr val="893A7F">
                    <a:alpha val="100000"/>
                  </a:srgbClr>
                </a:solidFill>
                <a:latin typeface="思源黑体 CN Bold"/>
                <a:ea typeface="思源黑体 CN Bold"/>
                <a:cs typeface="+mn-cs"/>
                <a:sym typeface="等线"/>
              </a:rPr>
              <a:t>资源普惠化：</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低成本高效率：</a:t>
            </a:r>
            <a:r>
              <a:rPr lang="zh-CN" sz="1600" b="false" i="false" u="none" strike="noStrike">
                <a:solidFill>
                  <a:srgbClr val="404040">
                    <a:alpha val="100000"/>
                  </a:srgbClr>
                </a:solidFill>
                <a:latin typeface="DeepSeek-CJK-patch"/>
                <a:ea typeface="DeepSeek-CJK-patch"/>
                <a:cs typeface="+mn-cs"/>
              </a:rPr>
              <a:t> </a:t>
            </a:r>
            <a:r>
              <a:rPr lang="zh-CN" sz="1600" b="false" i="false" u="none" strike="noStrike">
                <a:solidFill>
                  <a:srgbClr val="404040">
                    <a:alpha val="100000"/>
                  </a:srgbClr>
                </a:solidFill>
                <a:latin typeface="DeepSeek-CJK-patch"/>
                <a:ea typeface="DeepSeek-CJK-patch"/>
                <a:cs typeface="+mn-cs"/>
              </a:rPr>
              <a:t>通过虚拟场景训练，突破传统培训的时空限制，为研究生提供随时随地、经济高效的口语提升方案。</a:t>
            </a:r>
            <a:endParaRPr sz="1800">
              <a:solidFill>
                <a:schemeClr val="tx1">
                  <a:alpha val="100000"/>
                </a:schemeClr>
              </a:solidFill>
              <a:latin typeface="等线"/>
              <a:ea typeface="等线"/>
              <a:cs typeface="+mn-cs"/>
            </a:endParaRPr>
          </a:p>
          <a:p>
            <a:pPr marL="800100" lvl="1"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zh-CN" sz="1600" b="true" i="false" u="none" strike="noStrike">
                <a:solidFill>
                  <a:srgbClr val="404040">
                    <a:alpha val="100000"/>
                  </a:srgbClr>
                </a:solidFill>
                <a:latin typeface="DeepSeek-CJK-patch"/>
                <a:ea typeface="DeepSeek-CJK-patch"/>
                <a:cs typeface="+mn-cs"/>
              </a:rPr>
              <a:t>推广与普及：</a:t>
            </a:r>
            <a:r>
              <a:rPr lang="zh-CN" sz="1600" b="false" i="false" u="none" strike="noStrike">
                <a:solidFill>
                  <a:srgbClr val="404040">
                    <a:alpha val="100000"/>
                  </a:srgbClr>
                </a:solidFill>
                <a:latin typeface="DeepSeek-CJK-patch"/>
                <a:ea typeface="DeepSeek-CJK-patch"/>
                <a:cs typeface="+mn-cs"/>
              </a:rPr>
              <a:t> </a:t>
            </a:r>
            <a:r>
              <a:rPr lang="zh-CN" sz="1600" b="false" i="false" u="none" strike="noStrike">
                <a:solidFill>
                  <a:srgbClr val="404040">
                    <a:alpha val="100000"/>
                  </a:srgbClr>
                </a:solidFill>
                <a:latin typeface="DeepSeek-CJK-patch"/>
                <a:ea typeface="DeepSeek-CJK-patch"/>
                <a:cs typeface="+mn-cs"/>
              </a:rPr>
              <a:t>项目成果可在校内外推广，助力更多学术机构和教育平台实现智能化转型。</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1300">
              <a:solidFill>
                <a:schemeClr val="tx1">
                  <a:alpha val="100000"/>
                </a:schemeClr>
              </a:solidFill>
              <a:latin typeface="PingFang SC"/>
              <a:ea typeface="PingFang SC"/>
              <a:cs typeface="+mn-cs"/>
            </a:endParaRPr>
          </a:p>
          <a:p>
            <a:pPr marL="457200" lvl="1" indent="0" algn="l" defTabSz="914400">
              <a:lnSpc>
                <a:spcPct val="150000"/>
              </a:lnSpc>
              <a:buNone/>
              <a:defRPr sz="1800">
                <a:solidFill>
                  <a:schemeClr val="tx1">
                    <a:alpha val="100000"/>
                  </a:schemeClr>
                </a:solidFill>
                <a:latin typeface="等线"/>
                <a:ea typeface="等线"/>
                <a:cs typeface="+mn-cs"/>
              </a:defRPr>
            </a:pPr>
            <a:endParaRPr lang="en-US" sz="2400" b="false" i="false" u="none" strike="noStrike">
              <a:solidFill>
                <a:srgbClr val="893A7F">
                  <a:alpha val="100000"/>
                </a:srgbClr>
              </a:solidFill>
              <a:latin typeface="思源黑体 CN Bold"/>
              <a:ea typeface="思源黑体 CN Bold"/>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en-US" sz="1400">
              <a:solidFill>
                <a:schemeClr val="tx1">
                  <a:alpha val="100000"/>
                </a:schemeClr>
              </a:solidFill>
              <a:latin typeface="思源黑体 CN Normal"/>
              <a:ea typeface="思源黑体 CN Normal"/>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endParaRPr lang="zh-CN" sz="1800">
              <a:solidFill>
                <a:srgbClr val="893A7F">
                  <a:alpha val="100000"/>
                </a:srgbClr>
              </a:solidFill>
              <a:latin typeface="思源黑体 CN Bold"/>
              <a:ea typeface="思源黑体 CN Bold"/>
              <a:cs typeface="+mn-cs"/>
              <a:sym typeface="等线"/>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10.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21" name=""/>
        <p:cNvGrpSpPr/>
        <p:nvPr/>
      </p:nvGrpSpPr>
      <p:grpSpPr>
        <a:xfrm>
          <a:off x="0" y="0"/>
          <a:ext cx="0" cy="0"/>
          <a:chOff x="0" y="0"/>
          <a:chExt cx="0" cy="0"/>
        </a:xfrm>
      </p:grpSpPr>
      <p:sp>
        <p:nvSpPr>
          <p:cNvPr id="22" name="文本占位符 3"/>
          <p:cNvSpPr>
            <a:spLocks noGrp="true"/>
          </p:cNvSpPr>
          <p:nvPr>
            <p:ph type="body" sz="quarter" idx="10"/>
          </p:nvPr>
        </p:nvSpPr>
        <p:spPr/>
        <p:txBody>
          <a:bodyPr/>
          <a:lstStyle/>
          <a:p>
            <a:pPr/>
            <a:r>
              <a:rPr lang="en-US" altLang="zh-CN" dirty="false"/>
              <a:t>2</a:t>
            </a:r>
            <a:endParaRPr lang="zh-CN" altLang="en-US" dirty="false"/>
          </a:p>
        </p:txBody>
      </p:sp>
      <p:sp>
        <p:nvSpPr>
          <p:cNvPr id="23" name="文本占位符 4"/>
          <p:cNvSpPr>
            <a:spLocks noGrp="true"/>
          </p:cNvSpPr>
          <p:nvPr>
            <p:ph type="body" sz="quarter" idx="11"/>
          </p:nvPr>
        </p:nvSpPr>
        <p:spPr/>
        <p:txBody>
          <a:bodyPr/>
          <a:lstStyle/>
          <a:p>
            <a:pPr algn="ctr"/>
            <a:r>
              <a:rPr lang="zh-CN" altLang="en-US" dirty="false"/>
              <a:t>相关工作</a:t>
            </a:r>
            <a:endParaRPr lang="zh-CN" altLang="en-US" dirty="false"/>
          </a:p>
        </p:txBody>
      </p:sp>
      <p:sp>
        <p:nvSpPr>
          <p:cNvPr id="24" name="文本占位符 5"/>
          <p:cNvSpPr>
            <a:spLocks noGrp="true"/>
          </p:cNvSpPr>
          <p:nvPr>
            <p:ph type="body" sz="quarter" idx="12"/>
          </p:nvPr>
        </p:nvSpPr>
        <p:spPr/>
        <p:txBody>
          <a:bodyPr/>
          <a:lstStyle/>
          <a:p>
            <a:pPr algn="ctr"/>
            <a:r>
              <a:rPr lang="en-US" altLang="zh-CN" dirty="false"/>
              <a:t>Related Work</a:t>
            </a:r>
            <a:endParaRPr lang="zh-CN" altLang="en-US" dirty="false"/>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11.xml><?xml version="1.0" encoding="utf-8"?>
<p:sld xmlns:p159="http://schemas.microsoft.com/office/powerpoint/2015/09/main" xmlns:a="http://schemas.openxmlformats.org/drawingml/2006/main" xmlns:asvg="http://schemas.microsoft.com/office/drawing/2016/SVG/main" xmlns:p="http://schemas.openxmlformats.org/presentationml/2006/main" xmlns:r="http://schemas.openxmlformats.org/officeDocument/2006/relationships" xmlns:mc="http://schemas.openxmlformats.org/markup-compatibility/2006" mc:Ignorable="p159 asvg">
  <p:cSld>
    <p:spTree>
      <p:nvGrpSpPr>
        <p:cNvPr id="25" name=""/>
        <p:cNvGrpSpPr/>
        <p:nvPr/>
      </p:nvGrpSpPr>
      <p:grpSpPr>
        <a:xfrm>
          <a:off x="0" y="0"/>
          <a:ext cx="0" cy="0"/>
          <a:chOff x="0" y="0"/>
          <a:chExt cx="0" cy="0"/>
        </a:xfrm>
      </p:grpSpPr>
      <p:sp>
        <p:nvSpPr>
          <p:cNvPr id="26"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27" name="文本占位符 2"/>
          <p:cNvSpPr>
            <a:spLocks noGrp="true"/>
          </p:cNvSpPr>
          <p:nvPr>
            <p:ph type="body" sz="quarter" idx="13"/>
          </p:nvPr>
        </p:nvSpPr>
        <p:spPr/>
        <p:txBody>
          <a:bodyPr/>
          <a:lstStyle/>
          <a:p>
            <a:pPr/>
            <a:r>
              <a:rPr lang="zh-CN" altLang="en-US" dirty="false"/>
              <a:t>相关工作</a:t>
            </a:r>
            <a:endParaRPr lang="zh-CN" altLang="en-US" dirty="false"/>
          </a:p>
        </p:txBody>
      </p:sp>
      <p:grpSp>
        <p:nvGrpSpPr>
          <p:cNvPr id="28" name="组合 121"/>
          <p:cNvGrpSpPr/>
          <p:nvPr/>
        </p:nvGrpSpPr>
        <p:grpSpPr>
          <a:xfrm>
            <a:off x="1840804" y="2333477"/>
            <a:ext cx="937350" cy="1326215"/>
            <a:chOff x="1994507" y="1932363"/>
            <a:chExt cx="640081" cy="905620"/>
          </a:xfrm>
        </p:grpSpPr>
        <p:sp>
          <p:nvSpPr>
            <p:cNvPr id="29" name="矩形 147"/>
            <p:cNvSpPr/>
            <p:nvPr/>
          </p:nvSpPr>
          <p:spPr bwMode="auto">
            <a:xfrm>
              <a:off x="2325434" y="2690865"/>
              <a:ext cx="44" cy="14711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false" vertOverflow="overflow" horzOverflow="overflow" vert="horz" wrap="none" lIns="0" tIns="0" rIns="0" bIns="0" numCol="1" spcCol="0" rtlCol="false" fromWordArt="false" anchor="ctr" anchorCtr="false" forceAA="false" compatLnSpc="true">
              <a:spAutoFit/>
            </a:bodyPr>
            <a:lstStyle/>
            <a:p>
              <a:pPr marL="0" marR="0" lvl="0" indent="0" algn="ctr" defTabSz="914400" rtl="false" eaLnBrk="true" fontAlgn="base" latinLnBrk="false" hangingPunct="true">
                <a:lnSpc>
                  <a:spcPct val="100000"/>
                </a:lnSpc>
                <a:spcBef>
                  <a:spcPct val="1"/>
                </a:spcBef>
                <a:spcAft>
                  <a:spcPct val="1"/>
                </a:spcAft>
                <a:buClrTx/>
                <a:buSzTx/>
                <a:buFontTx/>
                <a:buNone/>
                <a:defRPr/>
              </a:pPr>
              <a:endParaRPr kumimoji="false" lang="en-US" sz="1400" b="false" i="false" u="none" strike="noStrike" kern="0" cap="none" spc="0" normalizeH="false" baseline="0" noProof="false" dirty="false">
                <a:ln>
                  <a:noFill/>
                </a:ln>
                <a:gradFill>
                  <a:gsLst>
                    <a:gs pos="17742">
                      <a:schemeClr val="tx1"/>
                    </a:gs>
                    <a:gs pos="78000">
                      <a:schemeClr val="tx1"/>
                    </a:gs>
                  </a:gsLst>
                  <a:lin ang="5400000" scaled="true"/>
                </a:gradFill>
                <a:effectLst/>
                <a:uLnTx/>
                <a:uFillTx/>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sp>
          <p:nvSpPr>
            <p:cNvPr id="30" name="椭圆 143"/>
            <p:cNvSpPr>
              <a:spLocks noChangeAspect="true"/>
            </p:cNvSpPr>
            <p:nvPr/>
          </p:nvSpPr>
          <p:spPr bwMode="auto">
            <a:xfrm>
              <a:off x="1994507" y="1932363"/>
              <a:ext cx="640081" cy="640079"/>
            </a:xfrm>
            <a:prstGeom prst="ellipse">
              <a:avLst/>
            </a:prstGeom>
            <a:solidFill>
              <a:srgbClr val="B4009E"/>
            </a:solidFill>
            <a:ln>
              <a:noFill/>
            </a:ln>
            <a:effectLst>
              <a:outerShdw blurRad="152400" dist="76200" dir="2700000" sx="101000" sy="101000" algn="tl" rotWithShape="false">
                <a:schemeClr val="accent5">
                  <a:lumMod val="50000"/>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defTabSz="932180" fontAlgn="base">
                <a:spcBef>
                  <a:spcPct val="1"/>
                </a:spcBef>
                <a:spcAft>
                  <a:spcPct val="1"/>
                </a:spcAft>
              </a:pPr>
              <a:endParaRPr lang="en-US" sz="2000" dirty="false">
                <a:gradFill>
                  <a:gsLst>
                    <a:gs pos="0">
                      <a:srgbClr val="FFFFFF"/>
                    </a:gs>
                    <a:gs pos="100000">
                      <a:srgbClr val="FFFFFF"/>
                    </a:gs>
                  </a:gsLst>
                  <a:lin ang="5400000" scaled="false"/>
                </a:gradFill>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pic>
          <p:nvPicPr>
            <p:cNvPr id="31" name="图形 77" descr="飞机"/>
            <p:cNvPicPr>
              <a:picLocks noChangeAspect="true"/>
            </p:cNvPicPr>
            <p:nvPr/>
          </p:nvPicPr>
          <p:blipFill>
            <a:blip r:embed="rId2">
              <a:extLst>
                <a:ext uri="{96DAC541-7B7A-43D3-8B79-37D633B846F1}">
                  <asvg:svgBlip r:embed="rId3"/>
                </a:ext>
              </a:extLst>
            </a:blip>
            <a:stretch>
              <a:fillRect/>
            </a:stretch>
          </p:blipFill>
          <p:spPr>
            <a:xfrm>
              <a:off x="2168252" y="2095204"/>
              <a:ext cx="314400" cy="314400"/>
            </a:xfrm>
            <a:prstGeom prst="rect">
              <a:avLst/>
            </a:prstGeom>
          </p:spPr>
        </p:pic>
      </p:grpSp>
      <p:grpSp>
        <p:nvGrpSpPr>
          <p:cNvPr id="32" name="组合 123"/>
          <p:cNvGrpSpPr/>
          <p:nvPr/>
        </p:nvGrpSpPr>
        <p:grpSpPr>
          <a:xfrm>
            <a:off x="5624290" y="2333477"/>
            <a:ext cx="937350" cy="1326213"/>
            <a:chOff x="5773885" y="1932364"/>
            <a:chExt cx="640080" cy="905619"/>
          </a:xfrm>
        </p:grpSpPr>
        <p:sp>
          <p:nvSpPr>
            <p:cNvPr id="33" name="椭圆 143"/>
            <p:cNvSpPr>
              <a:spLocks noChangeAspect="true"/>
            </p:cNvSpPr>
            <p:nvPr/>
          </p:nvSpPr>
          <p:spPr bwMode="auto">
            <a:xfrm>
              <a:off x="5773885" y="1932364"/>
              <a:ext cx="640080" cy="640080"/>
            </a:xfrm>
            <a:prstGeom prst="ellipse">
              <a:avLst/>
            </a:prstGeom>
            <a:solidFill>
              <a:srgbClr val="99097D"/>
            </a:solidFill>
            <a:ln>
              <a:noFill/>
            </a:ln>
            <a:effectLst>
              <a:outerShdw blurRad="152400" dist="76200" dir="2700000" sx="101000" sy="101000" algn="tl" rotWithShape="false">
                <a:schemeClr val="accent5">
                  <a:lumMod val="50000"/>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defTabSz="932180" fontAlgn="base">
                <a:spcBef>
                  <a:spcPct val="1"/>
                </a:spcBef>
                <a:spcAft>
                  <a:spcPct val="1"/>
                </a:spcAft>
              </a:pPr>
              <a:endParaRPr lang="en-US" sz="2000" dirty="false">
                <a:gradFill>
                  <a:gsLst>
                    <a:gs pos="0">
                      <a:srgbClr val="FFFFFF"/>
                    </a:gs>
                    <a:gs pos="100000">
                      <a:srgbClr val="FFFFFF"/>
                    </a:gs>
                  </a:gsLst>
                  <a:lin ang="5400000" scaled="false"/>
                </a:gradFill>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pic>
          <p:nvPicPr>
            <p:cNvPr id="34" name="图形 109"/>
            <p:cNvPicPr>
              <a:picLocks noChangeAspect="true"/>
            </p:cNvPicPr>
            <p:nvPr/>
          </p:nvPicPr>
          <p:blipFill>
            <a:blip r:embed="rId4">
              <a:extLst>
                <a:ext uri="{96DAC541-7B7A-43D3-8B79-37D633B846F1}">
                  <asvg:svgBlip r:embed="rId5"/>
                </a:ext>
              </a:extLst>
            </a:blip>
            <a:stretch>
              <a:fillRect/>
            </a:stretch>
          </p:blipFill>
          <p:spPr>
            <a:xfrm>
              <a:off x="5947632" y="2095204"/>
              <a:ext cx="314400" cy="314400"/>
            </a:xfrm>
            <a:prstGeom prst="rect">
              <a:avLst/>
            </a:prstGeom>
          </p:spPr>
        </p:pic>
        <p:sp>
          <p:nvSpPr>
            <p:cNvPr id="35" name="矩形 147"/>
            <p:cNvSpPr/>
            <p:nvPr/>
          </p:nvSpPr>
          <p:spPr bwMode="auto">
            <a:xfrm>
              <a:off x="6095978" y="2690865"/>
              <a:ext cx="44" cy="14711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false" vertOverflow="overflow" horzOverflow="overflow" vert="horz" wrap="none" lIns="0" tIns="0" rIns="0" bIns="0" numCol="1" spcCol="0" rtlCol="false" fromWordArt="false" anchor="ctr" anchorCtr="false" forceAA="false" compatLnSpc="true">
              <a:spAutoFit/>
            </a:bodyPr>
            <a:lstStyle/>
            <a:p>
              <a:pPr marL="0" marR="0" lvl="0" indent="0" algn="ctr" defTabSz="914400" rtl="false" eaLnBrk="true" fontAlgn="base" latinLnBrk="false" hangingPunct="true">
                <a:lnSpc>
                  <a:spcPct val="100000"/>
                </a:lnSpc>
                <a:spcBef>
                  <a:spcPct val="1"/>
                </a:spcBef>
                <a:spcAft>
                  <a:spcPct val="1"/>
                </a:spcAft>
                <a:buClrTx/>
                <a:buSzTx/>
                <a:buFontTx/>
                <a:buNone/>
                <a:defRPr/>
              </a:pPr>
              <a:endParaRPr kumimoji="false" lang="en-US" sz="1400" b="false" i="false" u="none" strike="noStrike" kern="0" cap="none" spc="0" normalizeH="false" baseline="0" noProof="false" dirty="false">
                <a:ln>
                  <a:noFill/>
                </a:ln>
                <a:gradFill>
                  <a:gsLst>
                    <a:gs pos="17742">
                      <a:schemeClr val="tx1"/>
                    </a:gs>
                    <a:gs pos="78000">
                      <a:schemeClr val="tx1"/>
                    </a:gs>
                  </a:gsLst>
                  <a:lin ang="5400000" scaled="true"/>
                </a:gradFill>
                <a:effectLst/>
                <a:uLnTx/>
                <a:uFillTx/>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grpSp>
      <p:grpSp>
        <p:nvGrpSpPr>
          <p:cNvPr id="36" name="组合 122"/>
          <p:cNvGrpSpPr/>
          <p:nvPr/>
        </p:nvGrpSpPr>
        <p:grpSpPr>
          <a:xfrm>
            <a:off x="3739012" y="2333477"/>
            <a:ext cx="937350" cy="1326215"/>
            <a:chOff x="3888615" y="1932363"/>
            <a:chExt cx="640081" cy="905620"/>
          </a:xfrm>
        </p:grpSpPr>
        <p:sp>
          <p:nvSpPr>
            <p:cNvPr id="37" name="矩形 147"/>
            <p:cNvSpPr/>
            <p:nvPr/>
          </p:nvSpPr>
          <p:spPr bwMode="auto">
            <a:xfrm>
              <a:off x="4210709" y="2690865"/>
              <a:ext cx="44" cy="14711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false" vertOverflow="overflow" horzOverflow="overflow" vert="horz" wrap="none" lIns="0" tIns="0" rIns="0" bIns="0" numCol="1" spcCol="0" rtlCol="false" fromWordArt="false" anchor="ctr" anchorCtr="false" forceAA="false" compatLnSpc="true">
              <a:spAutoFit/>
            </a:bodyPr>
            <a:lstStyle/>
            <a:p>
              <a:pPr marL="0" marR="0" lvl="0" indent="0" algn="ctr" defTabSz="914400" rtl="false" eaLnBrk="true" fontAlgn="base" latinLnBrk="false" hangingPunct="true">
                <a:lnSpc>
                  <a:spcPct val="100000"/>
                </a:lnSpc>
                <a:spcBef>
                  <a:spcPct val="1"/>
                </a:spcBef>
                <a:spcAft>
                  <a:spcPct val="1"/>
                </a:spcAft>
                <a:buClrTx/>
                <a:buSzTx/>
                <a:buFontTx/>
                <a:buNone/>
                <a:defRPr/>
              </a:pPr>
              <a:endParaRPr kumimoji="false" lang="en-US" sz="1400" b="false" i="false" u="none" strike="noStrike" kern="0" cap="none" spc="0" normalizeH="false" baseline="0" noProof="false" dirty="false">
                <a:ln>
                  <a:noFill/>
                </a:ln>
                <a:gradFill>
                  <a:gsLst>
                    <a:gs pos="17742">
                      <a:schemeClr val="tx1"/>
                    </a:gs>
                    <a:gs pos="78000">
                      <a:schemeClr val="tx1"/>
                    </a:gs>
                  </a:gsLst>
                  <a:lin ang="5400000" scaled="true"/>
                </a:gradFill>
                <a:effectLst/>
                <a:uLnTx/>
                <a:uFillTx/>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sp>
          <p:nvSpPr>
            <p:cNvPr id="38" name="椭圆 143"/>
            <p:cNvSpPr>
              <a:spLocks noChangeAspect="true"/>
            </p:cNvSpPr>
            <p:nvPr/>
          </p:nvSpPr>
          <p:spPr bwMode="auto">
            <a:xfrm>
              <a:off x="3888615" y="1932363"/>
              <a:ext cx="640081" cy="640079"/>
            </a:xfrm>
            <a:prstGeom prst="ellipse">
              <a:avLst/>
            </a:prstGeom>
            <a:solidFill>
              <a:srgbClr val="9E008B"/>
            </a:solidFill>
            <a:ln>
              <a:noFill/>
            </a:ln>
            <a:effectLst>
              <a:outerShdw blurRad="152400" dist="76200" dir="2700000" sx="101000" sy="101000" algn="tl" rotWithShape="false">
                <a:schemeClr val="accent5">
                  <a:lumMod val="50000"/>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defTabSz="932180" fontAlgn="base">
                <a:spcBef>
                  <a:spcPct val="1"/>
                </a:spcBef>
                <a:spcAft>
                  <a:spcPct val="1"/>
                </a:spcAft>
              </a:pPr>
              <a:endParaRPr lang="en-US" sz="2000" dirty="false">
                <a:gradFill>
                  <a:gsLst>
                    <a:gs pos="0">
                      <a:srgbClr val="FFFFFF"/>
                    </a:gs>
                    <a:gs pos="100000">
                      <a:srgbClr val="FFFFFF"/>
                    </a:gs>
                  </a:gsLst>
                  <a:lin ang="5400000" scaled="false"/>
                </a:gradFill>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pic>
          <p:nvPicPr>
            <p:cNvPr id="39" name="图形 112"/>
            <p:cNvPicPr>
              <a:picLocks noChangeAspect="true"/>
            </p:cNvPicPr>
            <p:nvPr/>
          </p:nvPicPr>
          <p:blipFill>
            <a:blip r:embed="rId6">
              <a:extLst>
                <a:ext uri="{96DAC541-7B7A-43D3-8B79-37D633B846F1}">
                  <asvg:svgBlip r:embed="rId7"/>
                </a:ext>
              </a:extLst>
            </a:blip>
            <a:stretch>
              <a:fillRect/>
            </a:stretch>
          </p:blipFill>
          <p:spPr>
            <a:xfrm>
              <a:off x="4062358" y="2095204"/>
              <a:ext cx="314400" cy="314400"/>
            </a:xfrm>
            <a:prstGeom prst="rect">
              <a:avLst/>
            </a:prstGeom>
          </p:spPr>
        </p:pic>
      </p:grpSp>
      <p:grpSp>
        <p:nvGrpSpPr>
          <p:cNvPr id="40" name="组合 124"/>
          <p:cNvGrpSpPr/>
          <p:nvPr/>
        </p:nvGrpSpPr>
        <p:grpSpPr>
          <a:xfrm>
            <a:off x="7496625" y="2333477"/>
            <a:ext cx="937350" cy="1326215"/>
            <a:chOff x="7650334" y="1932363"/>
            <a:chExt cx="640081" cy="905620"/>
          </a:xfrm>
        </p:grpSpPr>
        <p:sp>
          <p:nvSpPr>
            <p:cNvPr id="41" name="矩形 147"/>
            <p:cNvSpPr/>
            <p:nvPr/>
          </p:nvSpPr>
          <p:spPr bwMode="auto">
            <a:xfrm>
              <a:off x="7981261" y="2690865"/>
              <a:ext cx="44" cy="14711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false" vertOverflow="overflow" horzOverflow="overflow" vert="horz" wrap="none" lIns="0" tIns="0" rIns="0" bIns="0" numCol="1" spcCol="0" rtlCol="false" fromWordArt="false" anchor="ctr" anchorCtr="false" forceAA="false" compatLnSpc="true">
              <a:spAutoFit/>
            </a:bodyPr>
            <a:lstStyle/>
            <a:p>
              <a:pPr marL="0" marR="0" lvl="0" indent="0" algn="ctr" defTabSz="914400" rtl="false" eaLnBrk="true" fontAlgn="base" latinLnBrk="false" hangingPunct="true">
                <a:lnSpc>
                  <a:spcPct val="100000"/>
                </a:lnSpc>
                <a:spcBef>
                  <a:spcPct val="1"/>
                </a:spcBef>
                <a:spcAft>
                  <a:spcPct val="1"/>
                </a:spcAft>
                <a:buClrTx/>
                <a:buSzTx/>
                <a:buFontTx/>
                <a:buNone/>
                <a:defRPr/>
              </a:pPr>
              <a:endParaRPr kumimoji="false" lang="en-US" sz="1400" b="false" i="false" u="none" strike="noStrike" kern="0" cap="none" spc="0" normalizeH="false" baseline="0" noProof="false" dirty="false">
                <a:ln>
                  <a:noFill/>
                </a:ln>
                <a:gradFill>
                  <a:gsLst>
                    <a:gs pos="17742">
                      <a:schemeClr val="tx1"/>
                    </a:gs>
                    <a:gs pos="78000">
                      <a:schemeClr val="tx1"/>
                    </a:gs>
                  </a:gsLst>
                  <a:lin ang="5400000" scaled="true"/>
                </a:gradFill>
                <a:effectLst/>
                <a:uLnTx/>
                <a:uFillTx/>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sp>
          <p:nvSpPr>
            <p:cNvPr id="42" name="椭圆 143"/>
            <p:cNvSpPr>
              <a:spLocks noChangeAspect="true"/>
            </p:cNvSpPr>
            <p:nvPr/>
          </p:nvSpPr>
          <p:spPr bwMode="auto">
            <a:xfrm>
              <a:off x="7650334" y="1932363"/>
              <a:ext cx="640081" cy="640079"/>
            </a:xfrm>
            <a:prstGeom prst="ellipse">
              <a:avLst/>
            </a:prstGeom>
            <a:solidFill>
              <a:srgbClr val="99097D"/>
            </a:solidFill>
            <a:ln>
              <a:noFill/>
            </a:ln>
            <a:effectLst>
              <a:outerShdw blurRad="152400" dist="76200" dir="2700000" sx="101000" sy="101000" algn="tl" rotWithShape="false">
                <a:schemeClr val="accent5">
                  <a:lumMod val="50000"/>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defTabSz="932180" fontAlgn="base">
                <a:spcBef>
                  <a:spcPct val="1"/>
                </a:spcBef>
                <a:spcAft>
                  <a:spcPct val="1"/>
                </a:spcAft>
              </a:pPr>
              <a:endParaRPr lang="en-US" sz="2000" dirty="false">
                <a:gradFill>
                  <a:gsLst>
                    <a:gs pos="0">
                      <a:srgbClr val="FFFFFF"/>
                    </a:gs>
                    <a:gs pos="100000">
                      <a:srgbClr val="FFFFFF"/>
                    </a:gs>
                  </a:gsLst>
                  <a:lin ang="5400000" scaled="false"/>
                </a:gradFill>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pic>
          <p:nvPicPr>
            <p:cNvPr id="43" name="图形 115"/>
            <p:cNvPicPr>
              <a:picLocks noChangeAspect="true"/>
            </p:cNvPicPr>
            <p:nvPr/>
          </p:nvPicPr>
          <p:blipFill>
            <a:blip r:embed="rId8">
              <a:extLst>
                <a:ext uri="{96DAC541-7B7A-43D3-8B79-37D633B846F1}">
                  <asvg:svgBlip r:embed="rId9"/>
                </a:ext>
              </a:extLst>
            </a:blip>
            <a:stretch>
              <a:fillRect/>
            </a:stretch>
          </p:blipFill>
          <p:spPr>
            <a:xfrm>
              <a:off x="7824074" y="2095204"/>
              <a:ext cx="314400" cy="314400"/>
            </a:xfrm>
            <a:prstGeom prst="rect">
              <a:avLst/>
            </a:prstGeom>
          </p:spPr>
        </p:pic>
      </p:grpSp>
      <p:grpSp>
        <p:nvGrpSpPr>
          <p:cNvPr id="44" name="组合 125"/>
          <p:cNvGrpSpPr/>
          <p:nvPr/>
        </p:nvGrpSpPr>
        <p:grpSpPr>
          <a:xfrm>
            <a:off x="9381898" y="2333477"/>
            <a:ext cx="937350" cy="1326215"/>
            <a:chOff x="9535610" y="1932363"/>
            <a:chExt cx="640081" cy="905620"/>
          </a:xfrm>
        </p:grpSpPr>
        <p:sp>
          <p:nvSpPr>
            <p:cNvPr id="45" name="矩形 147"/>
            <p:cNvSpPr/>
            <p:nvPr/>
          </p:nvSpPr>
          <p:spPr bwMode="auto">
            <a:xfrm>
              <a:off x="9866538" y="2690865"/>
              <a:ext cx="44" cy="14711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false" vertOverflow="overflow" horzOverflow="overflow" vert="horz" wrap="none" lIns="0" tIns="0" rIns="0" bIns="0" numCol="1" spcCol="0" rtlCol="false" fromWordArt="false" anchor="ctr" anchorCtr="false" forceAA="false" compatLnSpc="true">
              <a:spAutoFit/>
            </a:bodyPr>
            <a:lstStyle/>
            <a:p>
              <a:pPr marL="0" marR="0" lvl="0" indent="0" algn="ctr" defTabSz="914400" rtl="false" eaLnBrk="true" fontAlgn="base" latinLnBrk="false" hangingPunct="true">
                <a:lnSpc>
                  <a:spcPct val="100000"/>
                </a:lnSpc>
                <a:spcBef>
                  <a:spcPct val="1"/>
                </a:spcBef>
                <a:spcAft>
                  <a:spcPct val="1"/>
                </a:spcAft>
                <a:buClrTx/>
                <a:buSzTx/>
                <a:buFontTx/>
                <a:buNone/>
                <a:defRPr/>
              </a:pPr>
              <a:endParaRPr kumimoji="false" lang="en-US" sz="1400" b="false" i="false" u="none" strike="noStrike" kern="0" cap="none" spc="0" normalizeH="false" baseline="0" noProof="false" dirty="false">
                <a:ln>
                  <a:noFill/>
                </a:ln>
                <a:gradFill>
                  <a:gsLst>
                    <a:gs pos="17742">
                      <a:schemeClr val="tx1"/>
                    </a:gs>
                    <a:gs pos="78000">
                      <a:schemeClr val="tx1"/>
                    </a:gs>
                  </a:gsLst>
                  <a:lin ang="5400000" scaled="true"/>
                </a:gradFill>
                <a:effectLst/>
                <a:uLnTx/>
                <a:uFillTx/>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sp>
          <p:nvSpPr>
            <p:cNvPr id="46" name="椭圆 143"/>
            <p:cNvSpPr>
              <a:spLocks noChangeAspect="true"/>
            </p:cNvSpPr>
            <p:nvPr/>
          </p:nvSpPr>
          <p:spPr bwMode="auto">
            <a:xfrm>
              <a:off x="9535610" y="1932363"/>
              <a:ext cx="640081" cy="640079"/>
            </a:xfrm>
            <a:prstGeom prst="ellipse">
              <a:avLst/>
            </a:prstGeom>
            <a:solidFill>
              <a:srgbClr val="850063"/>
            </a:solidFill>
            <a:ln>
              <a:noFill/>
            </a:ln>
            <a:effectLst>
              <a:outerShdw blurRad="152400" dist="76200" dir="2700000" sx="101000" sy="101000" algn="tl" rotWithShape="false">
                <a:schemeClr val="accent5">
                  <a:lumMod val="50000"/>
                  <a:alpha val="31000"/>
                </a:scheme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182880" tIns="146304" rIns="182880" bIns="146304" numCol="1" spcCol="0" rtlCol="false" fromWordArt="false" anchor="ctr" anchorCtr="false" forceAA="false" compatLnSpc="true">
              <a:noAutofit/>
            </a:bodyPr>
            <a:lstStyle/>
            <a:p>
              <a:pPr defTabSz="932180" fontAlgn="base">
                <a:spcBef>
                  <a:spcPct val="1"/>
                </a:spcBef>
                <a:spcAft>
                  <a:spcPct val="1"/>
                </a:spcAft>
              </a:pPr>
              <a:endParaRPr lang="en-US" sz="2000" dirty="false">
                <a:gradFill>
                  <a:gsLst>
                    <a:gs pos="0">
                      <a:srgbClr val="FFFFFF"/>
                    </a:gs>
                    <a:gs pos="100000">
                      <a:srgbClr val="FFFFFF"/>
                    </a:gs>
                  </a:gsLst>
                  <a:lin ang="5400000" scaled="false"/>
                </a:gradFill>
                <a:latin typeface="思源黑体 CN Normal" panose="020B0400000000000000" pitchFamily="34" charset="-122"/>
                <a:ea typeface="思源黑体 CN Normal" panose="020B0400000000000000" pitchFamily="34" charset="-122"/>
                <a:cs typeface="Segoe UI" panose="020B0502040204020203" pitchFamily="34" charset="0"/>
                <a:sym typeface="等线" panose="02010600030101010101" pitchFamily="2" charset="-122"/>
              </a:endParaRPr>
            </a:p>
          </p:txBody>
        </p:sp>
        <p:pic>
          <p:nvPicPr>
            <p:cNvPr id="47" name="图形 118"/>
            <p:cNvPicPr>
              <a:picLocks noChangeAspect="true"/>
            </p:cNvPicPr>
            <p:nvPr/>
          </p:nvPicPr>
          <p:blipFill>
            <a:blip r:embed="rId10">
              <a:extLst>
                <a:ext uri="{96DAC541-7B7A-43D3-8B79-37D633B846F1}">
                  <asvg:svgBlip r:embed="rId11"/>
                </a:ext>
              </a:extLst>
            </a:blip>
            <a:stretch>
              <a:fillRect/>
            </a:stretch>
          </p:blipFill>
          <p:spPr>
            <a:xfrm>
              <a:off x="9709348" y="2095204"/>
              <a:ext cx="314400" cy="314400"/>
            </a:xfrm>
            <a:prstGeom prst="rect">
              <a:avLst/>
            </a:prstGeom>
          </p:spPr>
        </p:pic>
      </p:grpSp>
      <p:sp>
        <p:nvSpPr>
          <p:cNvPr id="48" name="矩形 10"/>
          <p:cNvSpPr/>
          <p:nvPr/>
        </p:nvSpPr>
        <p:spPr bwMode="auto">
          <a:xfrm>
            <a:off x="7479492" y="4343224"/>
            <a:ext cx="2532888" cy="1209124"/>
          </a:xfrm>
          <a:prstGeom prst="roundRect">
            <a:avLst>
              <a:gd name="adj" fmla="val 7424"/>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lvl="0" algn="ctr">
              <a:lnSpc>
                <a:spcPct val="90000"/>
              </a:lnSpc>
            </a:pPr>
            <a:r>
              <a:rPr lang="zh-CN" altLang="en-US" sz="2800" dirty="false">
                <a:solidFill>
                  <a:srgbClr val="B4009E"/>
                </a:solidFill>
                <a:latin typeface="思源黑体 CN Bold" panose="020B0800000000000000" pitchFamily="34" charset="-122"/>
                <a:ea typeface="思源黑体 CN Bold" panose="020B0800000000000000" pitchFamily="34" charset="-122"/>
                <a:sym typeface="等线" panose="02010600030101010101" pitchFamily="2" charset="-122"/>
              </a:rPr>
              <a:t>技术</a:t>
            </a:r>
            <a:r>
              <a:rPr lang="en-US" altLang="zh-CN" sz="2800" dirty="false">
                <a:solidFill>
                  <a:srgbClr val="B4009E"/>
                </a:solidFill>
                <a:latin typeface="思源黑体 CN Bold" panose="020B0800000000000000" pitchFamily="34" charset="-122"/>
                <a:ea typeface="思源黑体 CN Bold" panose="020B0800000000000000" pitchFamily="34" charset="-122"/>
                <a:sym typeface="等线" panose="02010600030101010101" pitchFamily="2" charset="-122"/>
              </a:rPr>
              <a:t> </a:t>
            </a:r>
            <a:endParaRPr lang="en-US" altLang="zh-CN" sz="2800" dirty="false">
              <a:solidFill>
                <a:srgbClr val="B4009E"/>
              </a:solidFill>
              <a:latin typeface="思源黑体 CN Bold" panose="020B0800000000000000" pitchFamily="34" charset="-122"/>
              <a:ea typeface="思源黑体 CN Bold" panose="020B0800000000000000" pitchFamily="34" charset="-122"/>
              <a:sym typeface="等线" panose="02010600030101010101" pitchFamily="2" charset="-122"/>
            </a:endParaRPr>
          </a:p>
          <a:p>
            <a:pPr algn="ctr">
              <a:lnSpc>
                <a:spcPct val="90000"/>
              </a:lnSpc>
              <a:spcBef>
                <a:spcPts val="400"/>
              </a:spcBef>
            </a:pPr>
            <a:r>
              <a:rPr lang="zh-CN" altLang="en-US" sz="1600" dirty="false">
                <a:solidFill>
                  <a:schemeClr val="tx1">
                    <a:lumMod val="50000"/>
                    <a:lumOff val="50000"/>
                  </a:schemeClr>
                </a:solidFill>
                <a:latin typeface="思源黑体 CN Normal" panose="020B0400000000000000" pitchFamily="34" charset="-122"/>
                <a:ea typeface="思源黑体 CN Normal" panose="020B0400000000000000" pitchFamily="34" charset="-122"/>
                <a:sym typeface="等线" panose="02010600030101010101" pitchFamily="2" charset="-122"/>
              </a:rPr>
              <a:t>怎么实现方案与设计？</a:t>
            </a:r>
            <a:endParaRPr lang="en-US" altLang="zh-CN" sz="1600" dirty="false">
              <a:solidFill>
                <a:schemeClr val="tx1">
                  <a:lumMod val="50000"/>
                  <a:lumOff val="50000"/>
                </a:schemeClr>
              </a:solidFill>
              <a:latin typeface="思源黑体 CN Normal" panose="020B0400000000000000" pitchFamily="34" charset="-122"/>
              <a:ea typeface="思源黑体 CN Normal" panose="020B0400000000000000" pitchFamily="34" charset="-122"/>
              <a:sym typeface="等线" panose="02010600030101010101" pitchFamily="2" charset="-122"/>
            </a:endParaRPr>
          </a:p>
        </p:txBody>
      </p:sp>
      <p:sp>
        <p:nvSpPr>
          <p:cNvPr id="49" name="矩形 11"/>
          <p:cNvSpPr/>
          <p:nvPr/>
        </p:nvSpPr>
        <p:spPr bwMode="auto">
          <a:xfrm>
            <a:off x="4831603" y="4343224"/>
            <a:ext cx="2532888" cy="1209124"/>
          </a:xfrm>
          <a:prstGeom prst="roundRect">
            <a:avLst>
              <a:gd name="adj" fmla="val 7424"/>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lvl="0" algn="ctr">
              <a:lnSpc>
                <a:spcPct val="90000"/>
              </a:lnSpc>
            </a:pPr>
            <a:r>
              <a:rPr lang="zh-CN" altLang="en-US" sz="2800" dirty="false">
                <a:solidFill>
                  <a:srgbClr val="B4009E"/>
                </a:solidFill>
                <a:latin typeface="思源黑体 CN Bold" panose="020B0800000000000000" pitchFamily="34" charset="-122"/>
                <a:ea typeface="思源黑体 CN Bold" panose="020B0800000000000000" pitchFamily="34" charset="-122"/>
                <a:sym typeface="等线" panose="02010600030101010101" pitchFamily="2" charset="-122"/>
              </a:rPr>
              <a:t>方案</a:t>
            </a:r>
            <a:r>
              <a:rPr lang="en-US" altLang="zh-CN" sz="2800" dirty="false">
                <a:solidFill>
                  <a:srgbClr val="B4009E"/>
                </a:solidFill>
                <a:latin typeface="思源黑体 CN Bold" panose="020B0800000000000000" pitchFamily="34" charset="-122"/>
                <a:ea typeface="思源黑体 CN Bold" panose="020B0800000000000000" pitchFamily="34" charset="-122"/>
                <a:sym typeface="等线" panose="02010600030101010101" pitchFamily="2" charset="-122"/>
              </a:rPr>
              <a:t> </a:t>
            </a:r>
            <a:endParaRPr lang="en-US" altLang="zh-CN" sz="2800" dirty="false">
              <a:solidFill>
                <a:srgbClr val="B4009E"/>
              </a:solidFill>
              <a:latin typeface="思源黑体 CN Bold" panose="020B0800000000000000" pitchFamily="34" charset="-122"/>
              <a:ea typeface="思源黑体 CN Bold" panose="020B0800000000000000" pitchFamily="34" charset="-122"/>
              <a:sym typeface="等线" panose="02010600030101010101" pitchFamily="2" charset="-122"/>
            </a:endParaRPr>
          </a:p>
          <a:p>
            <a:pPr algn="ctr">
              <a:lnSpc>
                <a:spcPct val="90000"/>
              </a:lnSpc>
              <a:spcBef>
                <a:spcPts val="400"/>
              </a:spcBef>
            </a:pPr>
            <a:r>
              <a:rPr lang="zh-CN" altLang="en-US" sz="1600" dirty="false">
                <a:solidFill>
                  <a:schemeClr val="tx1">
                    <a:lumMod val="50000"/>
                    <a:lumOff val="50000"/>
                  </a:schemeClr>
                </a:solidFill>
                <a:latin typeface="思源黑体 CN Normal" panose="020B0400000000000000" pitchFamily="34" charset="-122"/>
                <a:ea typeface="思源黑体 CN Normal" panose="020B0400000000000000" pitchFamily="34" charset="-122"/>
                <a:sym typeface="等线" panose="02010600030101010101" pitchFamily="2" charset="-122"/>
              </a:rPr>
              <a:t>怎么满足需求？</a:t>
            </a:r>
            <a:endParaRPr lang="en-US" altLang="zh-CN" sz="1600" dirty="false">
              <a:solidFill>
                <a:schemeClr val="tx1">
                  <a:lumMod val="50000"/>
                  <a:lumOff val="50000"/>
                </a:schemeClr>
              </a:solidFill>
              <a:latin typeface="思源黑体 CN Normal" panose="020B0400000000000000" pitchFamily="34" charset="-122"/>
              <a:ea typeface="思源黑体 CN Normal" panose="020B0400000000000000" pitchFamily="34" charset="-122"/>
              <a:sym typeface="等线" panose="02010600030101010101" pitchFamily="2" charset="-122"/>
            </a:endParaRPr>
          </a:p>
        </p:txBody>
      </p:sp>
      <p:sp>
        <p:nvSpPr>
          <p:cNvPr id="50" name="矩形 9"/>
          <p:cNvSpPr/>
          <p:nvPr/>
        </p:nvSpPr>
        <p:spPr bwMode="auto">
          <a:xfrm>
            <a:off x="2183713" y="4343224"/>
            <a:ext cx="2532888" cy="1209124"/>
          </a:xfrm>
          <a:prstGeom prst="roundRect">
            <a:avLst>
              <a:gd name="adj" fmla="val 7424"/>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algn="ctr">
              <a:lnSpc>
                <a:spcPct val="90000"/>
              </a:lnSpc>
            </a:pPr>
            <a:r>
              <a:rPr lang="zh-CN" altLang="en-US" sz="2800" dirty="false">
                <a:solidFill>
                  <a:srgbClr val="B4009E"/>
                </a:solidFill>
                <a:latin typeface="思源黑体 CN Bold" panose="020B0800000000000000" pitchFamily="34" charset="-122"/>
                <a:ea typeface="思源黑体 CN Bold" panose="020B0800000000000000" pitchFamily="34" charset="-122"/>
                <a:sym typeface="等线" panose="02010600030101010101" pitchFamily="2" charset="-122"/>
              </a:rPr>
              <a:t>需求</a:t>
            </a:r>
            <a:endParaRPr lang="en-US" altLang="zh-CN" sz="2800" dirty="false">
              <a:solidFill>
                <a:srgbClr val="B4009E"/>
              </a:solidFill>
              <a:latin typeface="思源黑体 CN Bold" panose="020B0800000000000000" pitchFamily="34" charset="-122"/>
              <a:ea typeface="思源黑体 CN Bold" panose="020B0800000000000000" pitchFamily="34" charset="-122"/>
              <a:sym typeface="等线" panose="02010600030101010101" pitchFamily="2" charset="-122"/>
            </a:endParaRPr>
          </a:p>
          <a:p>
            <a:pPr algn="ctr">
              <a:lnSpc>
                <a:spcPct val="90000"/>
              </a:lnSpc>
            </a:pPr>
            <a:r>
              <a:rPr lang="zh-CN" altLang="en-US" sz="1600" dirty="false">
                <a:solidFill>
                  <a:schemeClr val="tx1">
                    <a:lumMod val="50000"/>
                    <a:lumOff val="50000"/>
                  </a:schemeClr>
                </a:solidFill>
                <a:latin typeface="思源黑体 CN Normal" panose="020B0400000000000000" pitchFamily="34" charset="-122"/>
                <a:ea typeface="思源黑体 CN Normal" panose="020B0400000000000000" pitchFamily="34" charset="-122"/>
                <a:sym typeface="等线" panose="02010600030101010101" pitchFamily="2" charset="-122"/>
              </a:rPr>
              <a:t>有没有用？</a:t>
            </a:r>
            <a:endParaRPr lang="zh-CN" altLang="en-US" sz="1600" dirty="false">
              <a:solidFill>
                <a:schemeClr val="tx1">
                  <a:lumMod val="50000"/>
                  <a:lumOff val="50000"/>
                </a:schemeClr>
              </a:solidFill>
              <a:latin typeface="思源黑体 CN Normal" panose="020B0400000000000000" pitchFamily="34" charset="-122"/>
              <a:ea typeface="思源黑体 CN Normal" panose="020B0400000000000000" pitchFamily="34" charset="-122"/>
              <a:sym typeface="等线" panose="02010600030101010101" pitchFamily="2" charset="-122"/>
            </a:endParaRPr>
          </a:p>
        </p:txBody>
      </p:sp>
      <p:grpSp>
        <p:nvGrpSpPr>
          <p:cNvPr id="51" name="组合 5"/>
          <p:cNvGrpSpPr/>
          <p:nvPr/>
        </p:nvGrpSpPr>
        <p:grpSpPr>
          <a:xfrm>
            <a:off x="3858972" y="1108108"/>
            <a:ext cx="4474056" cy="639525"/>
            <a:chOff x="3667995" y="1108108"/>
            <a:chExt cx="4474056" cy="639525"/>
          </a:xfrm>
        </p:grpSpPr>
        <p:sp>
          <p:nvSpPr>
            <p:cNvPr id="52"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53" name="图片 135"/>
            <p:cNvPicPr>
              <a:picLocks noChangeAspect="true"/>
            </p:cNvPicPr>
            <p:nvPr/>
          </p:nvPicPr>
          <p:blipFill rotWithShape="true">
            <a:blip r:embed="rId12">
              <a:alphaModFix amt="35000"/>
              <a:extLst>
                <a:ext uri="{28A0092B-C50C-407E-A947-70E740481C1C}"/>
              </a:extLst>
            </a:blip>
            <a:srcRect l="4166" t="52992" r="43468" b="39464"/>
            <a:stretch>
              <a:fillRect/>
            </a:stretch>
          </p:blipFill>
          <p:spPr>
            <a:xfrm>
              <a:off x="3667995" y="1110253"/>
              <a:ext cx="4474056" cy="626546"/>
            </a:xfrm>
            <a:prstGeom prst="rect">
              <a:avLst/>
            </a:prstGeom>
          </p:spPr>
        </p:pic>
        <p:sp>
          <p:nvSpPr>
            <p:cNvPr id="54" name="矩形 136"/>
            <p:cNvSpPr/>
            <p:nvPr/>
          </p:nvSpPr>
          <p:spPr>
            <a:xfrm>
              <a:off x="4245737" y="1197037"/>
              <a:ext cx="3694450" cy="461665"/>
            </a:xfrm>
            <a:prstGeom prst="rect">
              <a:avLst/>
            </a:prstGeom>
          </p:spPr>
          <p:txBody>
            <a:bodyPr wrap="square" anchor="ctr">
              <a:spAutoFit/>
            </a:bodyPr>
            <a:lstStyle/>
            <a:p>
              <a:pPr algn="ctr"/>
              <a:r>
                <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rPr>
                <a:t>需求、方案与技术</a:t>
              </a: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grpSp>
      <p:sp>
        <p:nvSpPr>
          <p:cNvPr id="55" name="箭头: 下 6"/>
          <p:cNvSpPr/>
          <p:nvPr/>
        </p:nvSpPr>
        <p:spPr>
          <a:xfrm>
            <a:off x="5827194" y="3658620"/>
            <a:ext cx="537553" cy="396099"/>
          </a:xfrm>
          <a:prstGeom prst="downArrow">
            <a:avLst>
              <a:gd name="adj1" fmla="val 50000"/>
              <a:gd name="adj2" fmla="val 59643"/>
            </a:avLst>
          </a:prstGeom>
          <a:gradFill>
            <a:gsLst>
              <a:gs pos="0">
                <a:srgbClr val="850063"/>
              </a:gs>
              <a:gs pos="100000">
                <a:srgbClr val="B4009E"/>
              </a:gs>
            </a:gsLst>
            <a:lin ang="5400000" scaled="true"/>
          </a:gradFill>
          <a:ln>
            <a:noFill/>
          </a:ln>
          <a:effectLst>
            <a:outerShdw blurRad="63500" sx="102000" sy="102000" algn="ctr" rotWithShape="false">
              <a:srgbClr val="B4009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latin typeface="等线" panose="02010600030101010101" pitchFamily="2" charset="-122"/>
              <a:sym typeface="等线" panose="02010600030101010101" pitchFamily="2" charset="-122"/>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timing>
    <p:tnLst>
      <p:par>
        <p:cTn dur="indefinite" restart="never" nodeType="tmRoot">
          <p:childTnLst>
            <p:seq concurrent="true" nextAc="seek">
              <p:cTn dur="indefinite" nodeType="mainSeq">
                <p:childTnLst>
                  <p:par>
                    <p:cTn fill="hold">
                      <p:stCondLst>
                        <p:cond delay="indefinite"/>
                      </p:stCondLst>
                      <p:childTnLst>
                        <p:par>
                          <p:cTn fill="hold">
                            <p:stCondLst>
                              <p:cond delay="0"/>
                            </p:stCondLst>
                            <p:childTnLst>
                              <p:par>
                                <p:cTn id="1" presetID="42" presetClass="path" presetSubtype="0" decel="100000" fill="hold" nodeType="withEffect">
                                  <p:stCondLst>
                                    <p:cond delay="0"/>
                                  </p:stCondLst>
                                  <p:childTnLst>
                                    <p:animMotion origin="layout" path="M -2.08333E-7 -2.22222E-6 L -2.08333E-7 0.0257 " pathEditMode="relative" rAng="0" ptsTypes="AA">
                                      <p:cBhvr>
                                        <p:cTn id="2" dur="500" spd="-100000" fill="hold"/>
                                        <p:tgtEl>
                                          <p:spTgt spid="28"/>
                                        </p:tgtEl>
                                        <p:attrNameLst>
                                          <p:attrName>ppt_x</p:attrName>
                                          <p:attrName>ppt_y</p:attrName>
                                        </p:attrNameLst>
                                      </p:cBhvr>
                                      <p:rCtr x="0" y="1273"/>
                                    </p:animMotion>
                                  </p:childTnLst>
                                </p:cTn>
                              </p:par>
                              <p:par>
                                <p:cTn id="3" presetID="10" presetClass="entr" presetSubtype="0" fill="hold" nodeType="withEffect">
                                  <p:stCondLst>
                                    <p:cond delay="100"/>
                                  </p:stCondLst>
                                  <p:childTnLst>
                                    <p:set>
                                      <p:cBhvr>
                                        <p:cTn id="4" dur="1" fill="hold">
                                          <p:stCondLst>
                                            <p:cond delay="0"/>
                                          </p:stCondLst>
                                        </p:cTn>
                                        <p:tgtEl>
                                          <p:spTgt spid="36"/>
                                        </p:tgtEl>
                                        <p:attrNameLst>
                                          <p:attrName>style.visibility</p:attrName>
                                        </p:attrNameLst>
                                      </p:cBhvr>
                                      <p:to>
                                        <p:strVal val="visible"/>
                                      </p:to>
                                    </p:set>
                                    <p:animEffect transition="in" filter="fade">
                                      <p:cBhvr>
                                        <p:cTn id="5" dur="500"/>
                                        <p:tgtEl>
                                          <p:spTgt spid="36"/>
                                        </p:tgtEl>
                                      </p:cBhvr>
                                    </p:animEffect>
                                  </p:childTnLst>
                                </p:cTn>
                              </p:par>
                              <p:par>
                                <p:cTn id="6" presetID="42" presetClass="path" presetSubtype="0" decel="100000" fill="hold" nodeType="withEffect">
                                  <p:stCondLst>
                                    <p:cond delay="100"/>
                                  </p:stCondLst>
                                  <p:childTnLst>
                                    <p:animMotion origin="layout" path="M -2.08333E-7 -2.22222E-6 L -2.08333E-7 0.0257 " pathEditMode="relative" rAng="0" ptsTypes="AA">
                                      <p:cBhvr>
                                        <p:cTn id="7" dur="500" spd="-100000" fill="hold"/>
                                        <p:tgtEl>
                                          <p:spTgt spid="36"/>
                                        </p:tgtEl>
                                        <p:attrNameLst>
                                          <p:attrName>ppt_x</p:attrName>
                                          <p:attrName>ppt_y</p:attrName>
                                        </p:attrNameLst>
                                      </p:cBhvr>
                                      <p:rCtr x="0" y="1273"/>
                                    </p:animMotion>
                                  </p:childTnLst>
                                </p:cTn>
                              </p:par>
                              <p:par>
                                <p:cTn id="8" presetID="10" presetClass="entr" presetSubtype="0" fill="hold" nodeType="withEffect">
                                  <p:stCondLst>
                                    <p:cond delay="10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42" presetClass="path" presetSubtype="0" decel="100000" fill="hold" nodeType="withEffect">
                                  <p:stCondLst>
                                    <p:cond delay="100"/>
                                  </p:stCondLst>
                                  <p:childTnLst>
                                    <p:animMotion origin="layout" path="M -2.08333E-7 -2.22222E-6 L -2.08333E-7 0.0257 " pathEditMode="relative" rAng="0" ptsTypes="AA">
                                      <p:cBhvr>
                                        <p:cTn id="12" dur="500" spd="-100000" fill="hold"/>
                                        <p:tgtEl>
                                          <p:spTgt spid="32"/>
                                        </p:tgtEl>
                                        <p:attrNameLst>
                                          <p:attrName>ppt_x</p:attrName>
                                          <p:attrName>ppt_y</p:attrName>
                                        </p:attrNameLst>
                                      </p:cBhvr>
                                      <p:rCtr x="0" y="1273"/>
                                    </p:animMotion>
                                  </p:childTnLst>
                                </p:cTn>
                              </p:par>
                              <p:par>
                                <p:cTn id="13" presetID="10" presetClass="entr" presetSubtype="0" fill="hold" nodeType="withEffect">
                                  <p:stCondLst>
                                    <p:cond delay="10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par>
                                <p:cTn id="16" presetID="42" presetClass="path" presetSubtype="0" decel="100000" fill="hold" nodeType="withEffect">
                                  <p:stCondLst>
                                    <p:cond delay="100"/>
                                  </p:stCondLst>
                                  <p:childTnLst>
                                    <p:animMotion origin="layout" path="M -2.08333E-7 -2.22222E-6 L -2.08333E-7 0.0257 " pathEditMode="relative" rAng="0" ptsTypes="AA">
                                      <p:cBhvr>
                                        <p:cTn id="17" dur="500" spd="-100000" fill="hold"/>
                                        <p:tgtEl>
                                          <p:spTgt spid="40"/>
                                        </p:tgtEl>
                                        <p:attrNameLst>
                                          <p:attrName>ppt_x</p:attrName>
                                          <p:attrName>ppt_y</p:attrName>
                                        </p:attrNameLst>
                                      </p:cBhvr>
                                      <p:rCtr x="0" y="1273"/>
                                    </p:animMotion>
                                  </p:childTnLst>
                                </p:cTn>
                              </p:par>
                              <p:par>
                                <p:cTn id="18" presetID="10" presetClass="entr" presetSubtype="0" fill="hold" nodeType="withEffect">
                                  <p:stCondLst>
                                    <p:cond delay="100"/>
                                  </p:stCondLst>
                                  <p:childTnLst>
                                    <p:set>
                                      <p:cBhvr>
                                        <p:cTn id="19" dur="1" fill="hold">
                                          <p:stCondLst>
                                            <p:cond delay="0"/>
                                          </p:stCondLst>
                                        </p:cTn>
                                        <p:tgtEl>
                                          <p:spTgt spid="44"/>
                                        </p:tgtEl>
                                        <p:attrNameLst>
                                          <p:attrName>style.visibility</p:attrName>
                                        </p:attrNameLst>
                                      </p:cBhvr>
                                      <p:to>
                                        <p:strVal val="visible"/>
                                      </p:to>
                                    </p:set>
                                    <p:animEffect transition="in" filter="fade">
                                      <p:cBhvr>
                                        <p:cTn id="20" dur="500"/>
                                        <p:tgtEl>
                                          <p:spTgt spid="44"/>
                                        </p:tgtEl>
                                      </p:cBhvr>
                                    </p:animEffect>
                                  </p:childTnLst>
                                </p:cTn>
                              </p:par>
                              <p:par>
                                <p:cTn id="21" presetID="42" presetClass="path" presetSubtype="0" decel="100000" fill="hold" nodeType="withEffect">
                                  <p:stCondLst>
                                    <p:cond delay="100"/>
                                  </p:stCondLst>
                                  <p:childTnLst>
                                    <p:animMotion origin="layout" path="M -2.08333E-7 -2.22222E-6 L -2.08333E-7 0.0257 " pathEditMode="relative" rAng="0" ptsTypes="AA">
                                      <p:cBhvr>
                                        <p:cTn id="22" dur="500" spd="-100000" fill="hold"/>
                                        <p:tgtEl>
                                          <p:spTgt spid="44"/>
                                        </p:tgtEl>
                                        <p:attrNameLst>
                                          <p:attrName>ppt_x</p:attrName>
                                          <p:attrName>ppt_y</p:attrName>
                                        </p:attrNameLst>
                                      </p:cBhvr>
                                      <p:rCtr x="0" y="1273"/>
                                    </p:animMotion>
                                  </p:childTnLst>
                                </p:cTn>
                              </p:par>
                              <p:par>
                                <p:cTn id="23" presetID="10" presetClass="entr" presetSubtype="0" fill="hold" grpId="0" nodeType="withEffect">
                                  <p:stCondLst>
                                    <p:cond delay="10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500"/>
                                        <p:tgtEl>
                                          <p:spTgt spid="5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500"/>
                                        <p:tgtEl>
                                          <p:spTgt spid="50"/>
                                        </p:tgtEl>
                                      </p:cBhvr>
                                    </p:animEffect>
                                  </p:childTnLst>
                                </p:cTn>
                              </p:par>
                              <p:par>
                                <p:cTn id="29" presetID="42" presetClass="path" presetSubtype="0" decel="100000" fill="hold" grpId="1" nodeType="withEffect">
                                  <p:stCondLst>
                                    <p:cond delay="0"/>
                                  </p:stCondLst>
                                  <p:childTnLst>
                                    <p:animMotion origin="layout" path="M -2.5E-6 4.81481E-6 L -2.5E-6 0.07754 " pathEditMode="relative" rAng="0" ptsTypes="AA">
                                      <p:cBhvr>
                                        <p:cTn id="30" dur="600" spd="-100000" fill="hold"/>
                                        <p:tgtEl>
                                          <p:spTgt spid="50"/>
                                        </p:tgtEl>
                                        <p:attrNameLst>
                                          <p:attrName>ppt_x</p:attrName>
                                          <p:attrName>ppt_y</p:attrName>
                                        </p:attrNameLst>
                                      </p:cBhvr>
                                      <p:rCtr x="0" y="3866"/>
                                    </p:animMotion>
                                  </p:childTnLst>
                                </p:cTn>
                              </p:par>
                              <p:par>
                                <p:cTn id="31" presetID="10" presetClass="entr" presetSubtype="0" fill="hold" grpId="0" nodeType="withEffect">
                                  <p:stCondLst>
                                    <p:cond delay="100"/>
                                  </p:stCondLst>
                                  <p:childTnLst>
                                    <p:set>
                                      <p:cBhvr>
                                        <p:cTn id="32" dur="1" fill="hold">
                                          <p:stCondLst>
                                            <p:cond delay="0"/>
                                          </p:stCondLst>
                                        </p:cTn>
                                        <p:tgtEl>
                                          <p:spTgt spid="49"/>
                                        </p:tgtEl>
                                        <p:attrNameLst>
                                          <p:attrName>style.visibility</p:attrName>
                                        </p:attrNameLst>
                                      </p:cBhvr>
                                      <p:to>
                                        <p:strVal val="visible"/>
                                      </p:to>
                                    </p:set>
                                    <p:animEffect transition="in" filter="fade">
                                      <p:cBhvr>
                                        <p:cTn id="33" dur="500"/>
                                        <p:tgtEl>
                                          <p:spTgt spid="49"/>
                                        </p:tgtEl>
                                      </p:cBhvr>
                                    </p:animEffect>
                                  </p:childTnLst>
                                </p:cTn>
                              </p:par>
                              <p:par>
                                <p:cTn id="34" presetID="42" presetClass="path" presetSubtype="0" decel="100000" fill="hold" grpId="1" nodeType="withEffect">
                                  <p:stCondLst>
                                    <p:cond delay="100"/>
                                  </p:stCondLst>
                                  <p:childTnLst>
                                    <p:animMotion origin="layout" path="M 0 4.81481E-6 L 0 0.07754 " pathEditMode="relative" rAng="0" ptsTypes="AA">
                                      <p:cBhvr>
                                        <p:cTn id="35" dur="600" spd="-100000" fill="hold"/>
                                        <p:tgtEl>
                                          <p:spTgt spid="49"/>
                                        </p:tgtEl>
                                        <p:attrNameLst>
                                          <p:attrName>ppt_x</p:attrName>
                                          <p:attrName>ppt_y</p:attrName>
                                        </p:attrNameLst>
                                      </p:cBhvr>
                                      <p:rCtr x="0" y="3866"/>
                                    </p:animMotion>
                                  </p:childTnLst>
                                </p:cTn>
                              </p:par>
                              <p:par>
                                <p:cTn id="36" presetID="10" presetClass="entr" presetSubtype="0" fill="hold" grpId="0" nodeType="withEffect">
                                  <p:stCondLst>
                                    <p:cond delay="200"/>
                                  </p:stCondLst>
                                  <p:childTnLst>
                                    <p:set>
                                      <p:cBhvr>
                                        <p:cTn id="37" dur="1" fill="hold">
                                          <p:stCondLst>
                                            <p:cond delay="0"/>
                                          </p:stCondLst>
                                        </p:cTn>
                                        <p:tgtEl>
                                          <p:spTgt spid="48"/>
                                        </p:tgtEl>
                                        <p:attrNameLst>
                                          <p:attrName>style.visibility</p:attrName>
                                        </p:attrNameLst>
                                      </p:cBhvr>
                                      <p:to>
                                        <p:strVal val="visible"/>
                                      </p:to>
                                    </p:set>
                                    <p:animEffect transition="in" filter="fade">
                                      <p:cBhvr>
                                        <p:cTn id="38" dur="500"/>
                                        <p:tgtEl>
                                          <p:spTgt spid="48"/>
                                        </p:tgtEl>
                                      </p:cBhvr>
                                    </p:animEffect>
                                  </p:childTnLst>
                                </p:cTn>
                              </p:par>
                              <p:par>
                                <p:cTn id="39" presetID="42" presetClass="path" presetSubtype="0" decel="100000" fill="hold" grpId="1" nodeType="withEffect">
                                  <p:stCondLst>
                                    <p:cond delay="200"/>
                                  </p:stCondLst>
                                  <p:childTnLst>
                                    <p:animMotion origin="layout" path="M 2.5E-6 4.81481E-6 L 2.5E-6 0.07754 " pathEditMode="relative" rAng="0" ptsTypes="AA">
                                      <p:cBhvr>
                                        <p:cTn id="40" dur="600" spd="-100000" fill="hold"/>
                                        <p:tgtEl>
                                          <p:spTgt spid="48"/>
                                        </p:tgtEl>
                                        <p:attrNameLst>
                                          <p:attrName>ppt_x</p:attrName>
                                          <p:attrName>ppt_y</p:attrName>
                                        </p:attrNameLst>
                                      </p:cBhvr>
                                      <p:rCtr x="0" y="3866"/>
                                    </p:animMotion>
                                  </p:childTnLst>
                                </p:cTn>
                              </p:par>
                            </p:childTnLst>
                          </p:cTn>
                        </p:par>
                        <p:par>
                          <p:cTn fill="hold">
                            <p:stCondLst>
                              <p:cond delay="0"/>
                            </p:stCondLst>
                            <p:childTnLst>
                              <p:par>
                                <p:cTn id="41" presetID="10" presetClass="entr" presetSubtype="0" fill="hold"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2.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56" name=""/>
        <p:cNvGrpSpPr/>
        <p:nvPr/>
      </p:nvGrpSpPr>
      <p:grpSpPr>
        <a:xfrm>
          <a:off x="0" y="0"/>
          <a:ext cx="0" cy="0"/>
          <a:chOff x="0" y="0"/>
          <a:chExt cx="0" cy="0"/>
        </a:xfrm>
      </p:grpSpPr>
      <p:sp>
        <p:nvSpPr>
          <p:cNvPr id="57"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58" name="文本占位符 2"/>
          <p:cNvSpPr>
            <a:spLocks noGrp="true"/>
          </p:cNvSpPr>
          <p:nvPr>
            <p:ph type="body" sz="quarter" idx="13"/>
          </p:nvPr>
        </p:nvSpPr>
        <p:spPr/>
        <p:txBody>
          <a:bodyPr/>
          <a:lstStyle/>
          <a:p>
            <a:pPr/>
            <a:r>
              <a:rPr lang="zh-CN" altLang="en-US" dirty="false"/>
              <a:t>相关工作</a:t>
            </a:r>
            <a:endParaRPr lang="zh-CN" altLang="en-US" dirty="false"/>
          </a:p>
        </p:txBody>
      </p:sp>
      <p:sp>
        <p:nvSpPr>
          <p:cNvPr id="59" name="矩形: 圆角 9"/>
          <p:cNvSpPr/>
          <p:nvPr/>
        </p:nvSpPr>
        <p:spPr bwMode="auto">
          <a:xfrm>
            <a:off x="3930710" y="789943"/>
            <a:ext cx="3986251"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algn="ctr">
              <a:lnSpc>
                <a:spcPct val="90000"/>
              </a:lnSpc>
            </a:pPr>
            <a:r>
              <a:rPr lang="zh-CN" altLang="en-US" sz="24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rPr>
              <a:t>需求类相关工作</a:t>
            </a:r>
            <a:endParaRPr lang="en-US" sz="24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endParaRPr>
          </a:p>
        </p:txBody>
      </p:sp>
      <p:sp>
        <p:nvSpPr>
          <p:cNvPr id="60" name="文本框 10"/>
          <p:cNvSpPr txBox="true"/>
          <p:nvPr/>
        </p:nvSpPr>
        <p:spPr>
          <a:xfrm>
            <a:off x="627355" y="1328645"/>
            <a:ext cx="10941050" cy="2101850"/>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en-US" sz="1800">
                <a:solidFill>
                  <a:srgbClr val="9E008B">
                    <a:alpha val="100000"/>
                  </a:srgbClr>
                </a:solidFill>
                <a:latin typeface="思源黑体 CN Bold"/>
                <a:ea typeface="思源黑体 CN Bold"/>
                <a:cs typeface="+mn-cs"/>
                <a:sym typeface="等线"/>
              </a:rPr>
              <a:t>The Importance of FLE</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Williams M, Burden R, Poulet G, et al. Learners' perceptions of their successes and failures in foreign language learning[J]. Language Learning Journal, 2004, 30</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(1): 19</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-29[1]</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Watzke J L. Lasting change in foreign language education: A historical case for change in national policy[M]. Bloomsbury Publishing USA, 2003.[2]</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早在世纪初期，</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FLE(</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foreign language education</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 )</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就被认为</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长期以来一直是全球交流和文化交流的</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基</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石</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也是 K-12 课程的重要组成部分，使学生具备一个相互联系的世界所需的语言和文化能力。</a:t>
            </a:r>
            <a:endParaRPr sz="1800">
              <a:solidFill>
                <a:schemeClr val="tx1">
                  <a:alpha val="100000"/>
                </a:schemeClr>
              </a:solidFill>
              <a:latin typeface="等线"/>
              <a:ea typeface="等线"/>
              <a:cs typeface="+mn-cs"/>
            </a:endParaRPr>
          </a:p>
        </p:txBody>
      </p:sp>
      <p:sp>
        <p:nvSpPr>
          <p:cNvPr id="61" name="文本框 12"/>
          <p:cNvSpPr txBox="true"/>
          <p:nvPr/>
        </p:nvSpPr>
        <p:spPr>
          <a:xfrm>
            <a:off x="627356" y="3429000"/>
            <a:ext cx="10941050" cy="1212850"/>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en-US" sz="1800">
                <a:solidFill>
                  <a:srgbClr val="9E008B">
                    <a:alpha val="100000"/>
                  </a:srgbClr>
                </a:solidFill>
                <a:latin typeface="思源黑体 CN Bold"/>
                <a:ea typeface="思源黑体 CN Bold"/>
                <a:cs typeface="+mn-cs"/>
                <a:sym typeface="等线"/>
              </a:rPr>
              <a:t>The Importance of Soft Skills: Education beyond academic knowledge</a:t>
            </a:r>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100">
              <a:solidFill>
                <a:schemeClr val="tx1">
                  <a:alpha val="100000"/>
                </a:schemeClr>
              </a:solidFill>
              <a:latin typeface="等线"/>
              <a:ea typeface="微软雅黑"/>
              <a:cs typeface="+mn-cs"/>
              <a:sym typeface="等线"/>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100">
              <a:solidFill>
                <a:schemeClr val="tx1">
                  <a:alpha val="100000"/>
                </a:schemeClr>
              </a:solidFill>
              <a:latin typeface="等线"/>
              <a:ea typeface="微软雅黑"/>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r>
              <a:rPr lang="en-US" sz="1400">
                <a:solidFill>
                  <a:schemeClr val="tx1">
                    <a:lumMod val="85000"/>
                    <a:lumOff val="15000"/>
                    <a:alpha val="100000"/>
                  </a:schemeClr>
                </a:solidFill>
                <a:latin typeface="思源黑体 CN Normal"/>
                <a:ea typeface="思源黑体 CN Normal"/>
                <a:cs typeface="+mn-cs"/>
                <a:sym typeface="等线"/>
              </a:rPr>
              <a:t>Schulz, B. (2008). The importance of soft skills: Education beyond academic knowledge. Citation: 1024.[3]</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endParaRPr lang="en-US" sz="100">
              <a:solidFill>
                <a:schemeClr val="tx1">
                  <a:alpha val="100000"/>
                </a:schemeClr>
              </a:solidFill>
              <a:latin typeface="等线"/>
              <a:ea typeface="微软雅黑"/>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引言</a:t>
            </a:r>
            <a:r>
              <a:rPr lang="en-US" sz="1400">
                <a:solidFill>
                  <a:schemeClr val="tx1">
                    <a:lumMod val="85000"/>
                    <a:lumOff val="15000"/>
                    <a:alpha val="100000"/>
                  </a:schemeClr>
                </a:solidFill>
                <a:latin typeface="思源黑体 CN Normal"/>
                <a:ea typeface="思源黑体 CN Normal"/>
                <a:cs typeface="+mn-cs"/>
                <a:sym typeface="等线"/>
              </a:rPr>
              <a:t>: </a:t>
            </a:r>
            <a:r>
              <a:rPr lang="zh-CN" sz="1400">
                <a:solidFill>
                  <a:schemeClr val="tx1">
                    <a:lumMod val="85000"/>
                    <a:lumOff val="15000"/>
                    <a:alpha val="100000"/>
                  </a:schemeClr>
                </a:solidFill>
                <a:latin typeface="思源黑体 CN Normal"/>
                <a:ea typeface="思源黑体 CN Normal"/>
                <a:cs typeface="+mn-cs"/>
                <a:sym typeface="等线"/>
              </a:rPr>
              <a:t>雇主们长期抱怨高等教育机构毕业生的软技能缺乏问题，特别指出他们的沟通技巧不足，以及强调了商业或项目管理知识的重要性。</a:t>
            </a:r>
            <a:endParaRPr lang="en-US" sz="1400">
              <a:solidFill>
                <a:schemeClr val="tx1">
                  <a:lumMod val="85000"/>
                  <a:lumOff val="15000"/>
                  <a:alpha val="100000"/>
                </a:schemeClr>
              </a:solidFill>
              <a:latin typeface="思源黑体 CN Normal"/>
              <a:ea typeface="思源黑体 CN Normal"/>
              <a:cs typeface="+mn-cs"/>
              <a:sym typeface="等线"/>
            </a:endParaRPr>
          </a:p>
        </p:txBody>
      </p:sp>
      <p:sp>
        <p:nvSpPr>
          <p:cNvPr id="62" name="文本框 13"/>
          <p:cNvSpPr txBox="true"/>
          <p:nvPr/>
        </p:nvSpPr>
        <p:spPr>
          <a:xfrm>
            <a:off x="627355" y="4682269"/>
            <a:ext cx="11106150" cy="2012950"/>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en-US" sz="1800" b="false" i="false" u="none" strike="noStrike">
                <a:solidFill>
                  <a:srgbClr val="9E008B">
                    <a:alpha val="100000"/>
                  </a:srgbClr>
                </a:solidFill>
                <a:latin typeface="思源黑体 CN Bold"/>
                <a:ea typeface="思源黑体 CN Bold"/>
                <a:cs typeface="+mn-cs"/>
                <a:sym typeface="等线"/>
              </a:rPr>
              <a:t>Limitations of current methods</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sz="1300">
                <a:solidFill>
                  <a:srgbClr val="222222">
                    <a:alpha val="100000"/>
                  </a:srgbClr>
                </a:solidFill>
                <a:highlight>
                  <a:srgbClr val="FFFFFF">
                    <a:alpha val="100000"/>
                  </a:srgbClr>
                </a:highlight>
                <a:latin typeface="Arial"/>
                <a:ea typeface="Arial"/>
                <a:cs typeface="+mn-cs"/>
              </a:rPr>
              <a:t>Hou Y. Foreign language education in the era of artificial intelligence[C]//Big Data Analytics for Cyber-Physical System in Smart City: BDCPS 2019, 28-29 December 2019, Shenyang, China. Springer Singapore, 2020: 937-944.[4]</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lang="en-US" sz="1300">
                <a:solidFill>
                  <a:srgbClr val="222222">
                    <a:alpha val="100000"/>
                  </a:srgbClr>
                </a:solidFill>
                <a:highlight>
                  <a:srgbClr val="FFFFFF">
                    <a:alpha val="100000"/>
                  </a:srgbClr>
                </a:highlight>
                <a:latin typeface="Arial"/>
                <a:ea typeface="Arial"/>
                <a:cs typeface="+mn-cs"/>
              </a:rPr>
              <a:t>Ehrenberg, R. G., Brewer, D. J., Gamoran, A., and Willms, J. D.Class size and student achievement.Psychological science in the public interest, 2(1):1–30, 2001.[5]</a:t>
            </a:r>
            <a:endParaRPr/>
          </a:p>
          <a:p>
            <a:pPr marL="0" lvl="0" algn="l" defTabSz="914400">
              <a:lnSpc>
                <a:spcPct val="150000"/>
              </a:lnSpc>
              <a:defRPr sz="1800">
                <a:solidFill>
                  <a:schemeClr val="tx1">
                    <a:alpha val="100000"/>
                  </a:schemeClr>
                </a:solidFill>
                <a:latin typeface="等线"/>
                <a:ea typeface="等线"/>
                <a:cs typeface="+mn-cs"/>
              </a:defRPr>
            </a:pPr>
            <a:r>
              <a:rPr lang="zh-CN" sz="1400">
                <a:solidFill>
                  <a:schemeClr val="tx1">
                    <a:alpha val="100000"/>
                  </a:schemeClr>
                </a:solidFill>
                <a:latin typeface="思源黑体 CN Normal"/>
                <a:ea typeface="思源黑体 CN Normal"/>
                <a:cs typeface="+mn-cs"/>
              </a:rPr>
              <a:t>传统的 FLE 方法往往无法满足学习者的多样化需求，个性化有限、可扩展性限制和缺乏实时反馈等挑战在大型教室环境中尤为明显</a:t>
            </a:r>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timing>
    <p:tnLst>
      <p:par>
        <p:cTn dur="indefinite" restart="never" nodeType="tmRoot">
          <p:childTnLst>
            <p:seq concurrent="true" nextAc="seek">
              <p:cTn dur="indefinite" nodeType="mainSeq">
                <p:childTnLst>
                  <p:par>
                    <p:cTn fill="hold">
                      <p:stCondLst>
                        <p:cond delay="indefinite"/>
                      </p:stCondLst>
                      <p:childTnLst>
                        <p:par>
                          <p:cTn fill="hold">
                            <p:stCondLst>
                              <p:cond delay="0"/>
                            </p:stCondLst>
                            <p:childTnLst>
                              <p:par>
                                <p:cTn id="44" presetID="10" presetClass="entr" presetSubtype="0" fill="hold" grpId="0" nodeType="with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fade">
                                      <p:cBhvr>
                                        <p:cTn id="46" dur="300"/>
                                        <p:tgtEl>
                                          <p:spTgt spid="60"/>
                                        </p:tgtEl>
                                      </p:cBhvr>
                                    </p:animEffect>
                                  </p:childTnLst>
                                </p:cTn>
                              </p:par>
                              <p:par>
                                <p:cTn id="47" presetID="42" presetClass="path" presetSubtype="0" decel="100000" fill="hold" grpId="1" nodeType="withEffect">
                                  <p:stCondLst>
                                    <p:cond delay="0"/>
                                  </p:stCondLst>
                                  <p:childTnLst>
                                    <p:animMotion origin="layout" path="M -1.04167E-6 -1.48148E-6 L -1.04167E-6 0.07755 " pathEditMode="relative" rAng="0" ptsTypes="AA">
                                      <p:cBhvr>
                                        <p:cTn id="48" dur="300" spd="-100000" fill="hold"/>
                                        <p:tgtEl>
                                          <p:spTgt spid="60"/>
                                        </p:tgtEl>
                                        <p:attrNameLst>
                                          <p:attrName>ppt_x</p:attrName>
                                          <p:attrName>ppt_y</p:attrName>
                                        </p:attrNameLst>
                                      </p:cBhvr>
                                      <p:rCtr x="0" y="3866"/>
                                    </p:animMotion>
                                  </p:childTnLst>
                                </p:cTn>
                              </p:par>
                              <p:par>
                                <p:cTn id="49" presetID="42" presetClass="path" presetSubtype="0" decel="100000" fill="hold" grpId="1" nodeType="withEffect">
                                  <p:stCondLst>
                                    <p:cond delay="0"/>
                                  </p:stCondLst>
                                  <p:childTnLst>
                                    <p:animMotion origin="layout" path="M -1.04167E-6 4.07407E-6 L -1.04167E-6 0.07754 " pathEditMode="relative" rAng="0" ptsTypes="AA">
                                      <p:cBhvr>
                                        <p:cTn id="50" dur="300" spd="-100000" fill="hold"/>
                                        <p:tgtEl>
                                          <p:spTgt spid="61"/>
                                        </p:tgtEl>
                                        <p:attrNameLst>
                                          <p:attrName>ppt_x</p:attrName>
                                          <p:attrName>ppt_y</p:attrName>
                                        </p:attrNameLst>
                                      </p:cBhvr>
                                      <p:rCtr x="0" y="3866"/>
                                    </p:animMotion>
                                  </p:childTnLst>
                                </p:cTn>
                              </p:par>
                              <p:par>
                                <p:cTn id="51" presetID="42" presetClass="path" presetSubtype="0" decel="100000" fill="hold" grpId="1" nodeType="withEffect">
                                  <p:stCondLst>
                                    <p:cond delay="0"/>
                                  </p:stCondLst>
                                  <p:childTnLst>
                                    <p:animMotion origin="layout" path="M -1.04167E-6 -3.7037E-7 L -1.04167E-6 0.07755 " pathEditMode="relative" rAng="0" ptsTypes="AA">
                                      <p:cBhvr>
                                        <p:cTn id="52" dur="300" spd="-100000" fill="hold"/>
                                        <p:tgtEl>
                                          <p:spTgt spid="62"/>
                                        </p:tgtEl>
                                        <p:attrNameLst>
                                          <p:attrName>ppt_x</p:attrName>
                                          <p:attrName>ppt_y</p:attrName>
                                        </p:attrNameLst>
                                      </p:cBhvr>
                                      <p:rCtr x="0" y="3866"/>
                                    </p:animMotion>
                                  </p:childTnLst>
                                </p:cTn>
                              </p:par>
                            </p:childTnLst>
                          </p:cTn>
                        </p:par>
                        <p:par>
                          <p:cTn fill="hold">
                            <p:stCondLst>
                              <p:cond delay="300"/>
                            </p:stCondLst>
                            <p:childTnLst>
                              <p:par>
                                <p:cTn id="53" presetID="10" presetClass="entr" presetSubtype="0" fill="hold" grpId="0" nodeType="after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fade">
                                      <p:cBhvr>
                                        <p:cTn id="55" dur="300"/>
                                        <p:tgtEl>
                                          <p:spTgt spid="61"/>
                                        </p:tgtEl>
                                      </p:cBhvr>
                                    </p:animEffect>
                                  </p:childTnLst>
                                </p:cTn>
                              </p:par>
                            </p:childTnLst>
                          </p:cTn>
                        </p:par>
                        <p:par>
                          <p:cTn fill="hold">
                            <p:stCondLst>
                              <p:cond delay="300"/>
                            </p:stCondLst>
                            <p:childTnLst>
                              <p:par>
                                <p:cTn id="56" presetID="10" presetClass="entr" presetSubtype="0" fill="hold" grpId="0" nodeType="afterEffect">
                                  <p:stCondLst>
                                    <p:cond delay="0"/>
                                  </p:stCondLst>
                                  <p:childTnLst>
                                    <p:set>
                                      <p:cBhvr>
                                        <p:cTn id="57" dur="1" fill="hold">
                                          <p:stCondLst>
                                            <p:cond delay="0"/>
                                          </p:stCondLst>
                                        </p:cTn>
                                        <p:tgtEl>
                                          <p:spTgt spid="62"/>
                                        </p:tgtEl>
                                        <p:attrNameLst>
                                          <p:attrName>style.visibility</p:attrName>
                                        </p:attrNameLst>
                                      </p:cBhvr>
                                      <p:to>
                                        <p:strVal val="visible"/>
                                      </p:to>
                                    </p:set>
                                    <p:animEffect transition="in" filter="fade">
                                      <p:cBhvr>
                                        <p:cTn id="58" dur="300"/>
                                        <p:tgtEl>
                                          <p:spTgt spid="62"/>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3.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63" name=""/>
        <p:cNvGrpSpPr/>
        <p:nvPr/>
      </p:nvGrpSpPr>
      <p:grpSpPr>
        <a:xfrm>
          <a:off x="0" y="0"/>
          <a:ext cx="0" cy="0"/>
          <a:chOff x="0" y="0"/>
          <a:chExt cx="0" cy="0"/>
        </a:xfrm>
      </p:grpSpPr>
      <p:sp>
        <p:nvSpPr>
          <p:cNvPr id="64"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65" name="文本占位符 2"/>
          <p:cNvSpPr>
            <a:spLocks noGrp="true"/>
          </p:cNvSpPr>
          <p:nvPr>
            <p:ph type="body" sz="quarter" idx="13"/>
          </p:nvPr>
        </p:nvSpPr>
        <p:spPr/>
        <p:txBody>
          <a:bodyPr/>
          <a:lstStyle/>
          <a:p>
            <a:pPr/>
            <a:r>
              <a:rPr lang="zh-CN" altLang="en-US" dirty="false"/>
              <a:t>相关工作</a:t>
            </a:r>
            <a:endParaRPr lang="zh-CN" altLang="en-US" dirty="false"/>
          </a:p>
        </p:txBody>
      </p:sp>
      <p:sp>
        <p:nvSpPr>
          <p:cNvPr id="66" name="文本框 7"/>
          <p:cNvSpPr txBox="true"/>
          <p:nvPr/>
        </p:nvSpPr>
        <p:spPr>
          <a:xfrm rot="0" flipH="false" flipV="false">
            <a:off x="467350" y="1082190"/>
            <a:ext cx="10941050" cy="1143000"/>
          </a:xfrm>
          <a:prstGeom prst="rect">
            <a:avLst/>
          </a:prstGeom>
          <a:noFill/>
        </p:spPr>
        <p:txBody>
          <a:bodyPr wrap="square" rtlCol="false">
            <a:spAutoFit/>
          </a:bodyPr>
          <a:lstStyle/>
          <a:p>
            <a:pPr marL="342900" indent="-342900">
              <a:lnSpc>
                <a:spcPct val="150000"/>
              </a:lnSpc>
              <a:buFont typeface="Arial" panose="020B0604020202020204" pitchFamily="34" charset="0"/>
              <a:buChar char="•"/>
            </a:pPr>
            <a:r>
              <a:rPr lang="en-US">
                <a:solidFill>
                  <a:srgbClr val="9E008B">
                    <a:alpha val="100000"/>
                  </a:srgbClr>
                </a:solidFill>
                <a:latin typeface="思源黑体 CN Bold"/>
                <a:ea typeface="思源黑体 CN Bold"/>
                <a:cs typeface="+mn-cs"/>
                <a:sym typeface="等线"/>
              </a:rPr>
              <a:t>Spoken Grammar Assessment Using LLM[6]</a:t>
            </a:r>
            <a:endParaRPr/>
          </a:p>
          <a:p>
            <a:pPr>
              <a:lnSpc>
                <a:spcPct val="150000"/>
              </a:lnSpc>
            </a:pPr>
            <a:r>
              <a:rPr lang="zh-CN" sz="1400">
                <a:solidFill>
                  <a:srgbClr val="FF0000">
                    <a:alpha val="100000"/>
                  </a:srgbClr>
                </a:solidFill>
                <a:latin typeface="思源黑体 CN Normal"/>
                <a:ea typeface="思源黑体 CN Normal"/>
                <a:cs typeface="+mn-cs"/>
                <a:sym typeface="等线"/>
              </a:rPr>
              <a:t>大语言模型</a:t>
            </a:r>
            <a:r>
              <a:rPr lang="zh-CN" sz="1400">
                <a:solidFill>
                  <a:schemeClr val="tx1">
                    <a:lumMod val="85000"/>
                    <a:lumOff val="15000"/>
                    <a:alpha val="100000"/>
                  </a:schemeClr>
                </a:solidFill>
                <a:latin typeface="思源黑体 CN Normal"/>
                <a:ea typeface="思源黑体 CN Normal"/>
                <a:cs typeface="+mn-cs"/>
                <a:sym typeface="等线"/>
              </a:rPr>
              <a:t>（</a:t>
            </a:r>
            <a:r>
              <a:rPr lang="en-US" sz="1400">
                <a:solidFill>
                  <a:schemeClr val="tx1">
                    <a:lumMod val="85000"/>
                    <a:lumOff val="15000"/>
                    <a:alpha val="100000"/>
                  </a:schemeClr>
                </a:solidFill>
                <a:latin typeface="思源黑体 CN Normal"/>
                <a:ea typeface="思源黑体 CN Normal"/>
                <a:cs typeface="+mn-cs"/>
                <a:sym typeface="等线"/>
              </a:rPr>
              <a:t>LLMs</a:t>
            </a:r>
            <a:r>
              <a:rPr lang="zh-CN" sz="1400">
                <a:solidFill>
                  <a:schemeClr val="tx1">
                    <a:lumMod val="85000"/>
                    <a:lumOff val="15000"/>
                    <a:alpha val="100000"/>
                  </a:schemeClr>
                </a:solidFill>
                <a:latin typeface="思源黑体 CN Normal"/>
                <a:ea typeface="思源黑体 CN Normal"/>
                <a:cs typeface="+mn-cs"/>
                <a:sym typeface="等线"/>
              </a:rPr>
              <a:t>）在</a:t>
            </a:r>
            <a:r>
              <a:rPr lang="zh-CN" sz="1400">
                <a:solidFill>
                  <a:srgbClr val="FF0000">
                    <a:alpha val="100000"/>
                  </a:srgbClr>
                </a:solidFill>
                <a:latin typeface="思源黑体 CN Normal"/>
                <a:ea typeface="思源黑体 CN Normal"/>
                <a:cs typeface="+mn-cs"/>
                <a:sym typeface="等线"/>
              </a:rPr>
              <a:t>提升英语口语技能</a:t>
            </a:r>
            <a:r>
              <a:rPr lang="zh-CN" sz="1400">
                <a:solidFill>
                  <a:schemeClr val="tx1">
                    <a:lumMod val="85000"/>
                    <a:lumOff val="15000"/>
                    <a:alpha val="100000"/>
                  </a:schemeClr>
                </a:solidFill>
                <a:latin typeface="思源黑体 CN Normal"/>
                <a:ea typeface="思源黑体 CN Normal"/>
                <a:cs typeface="+mn-cs"/>
                <a:sym typeface="等线"/>
              </a:rPr>
              <a:t>方面的潜力。研究者们</a:t>
            </a:r>
            <a:r>
              <a:rPr lang="zh-CN" sz="1400">
                <a:solidFill>
                  <a:schemeClr val="tx1">
                    <a:lumMod val="85000"/>
                    <a:lumOff val="15000"/>
                    <a:alpha val="100000"/>
                  </a:schemeClr>
                </a:solidFill>
                <a:latin typeface="思源黑体 CN Normal"/>
                <a:ea typeface="思源黑体 CN Normal"/>
                <a:cs typeface="+mn-cs"/>
                <a:sym typeface="等线"/>
              </a:rPr>
              <a:t>发现，利用大型语言模型（LLM）生成多样化的测试段落，使得测试内容不易被记忆或预测</a:t>
            </a:r>
            <a:endParaRPr/>
          </a:p>
        </p:txBody>
      </p:sp>
      <p:sp>
        <p:nvSpPr>
          <p:cNvPr id="67" name="矩形: 圆角 10"/>
          <p:cNvSpPr/>
          <p:nvPr/>
        </p:nvSpPr>
        <p:spPr bwMode="auto">
          <a:xfrm rot="0" flipH="false" flipV="false">
            <a:off x="3944749" y="679844"/>
            <a:ext cx="3986251"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algn="ctr">
              <a:lnSpc>
                <a:spcPct val="90000"/>
              </a:lnSpc>
            </a:pPr>
            <a:r>
              <a:rPr lang="zh-CN" altLang="en-US" sz="24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rPr>
              <a:t>方案类相关工作</a:t>
            </a:r>
            <a:endParaRPr lang="en-US" sz="24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endParaRPr>
          </a:p>
        </p:txBody>
      </p:sp>
      <p:sp>
        <p:nvSpPr>
          <p:cNvPr id="68" name="文本框 11"/>
          <p:cNvSpPr txBox="true"/>
          <p:nvPr/>
        </p:nvSpPr>
        <p:spPr>
          <a:xfrm rot="0" flipH="false" flipV="false">
            <a:off x="467350" y="2225190"/>
            <a:ext cx="10941050" cy="3200400"/>
          </a:xfrm>
          <a:prstGeom prst="rect">
            <a:avLst/>
          </a:prstGeom>
          <a:noFill/>
        </p:spPr>
        <p:txBody>
          <a:bodyPr wrap="square">
            <a:spAutoFit/>
          </a:bodyPr>
          <a:lstStyle/>
          <a:p>
            <a:pPr marL="0" lvl="0" algn="l" defTabSz="914400">
              <a:lnSpc>
                <a:spcPct val="100000"/>
              </a:lnSpc>
              <a:defRPr sz="1800">
                <a:solidFill>
                  <a:schemeClr val="tx1">
                    <a:alpha val="100000"/>
                  </a:schemeClr>
                </a:solidFill>
                <a:latin typeface="等线"/>
                <a:ea typeface="等线"/>
                <a:cs typeface="+mn-cs"/>
              </a:defRPr>
            </a:pPr>
            <a:r>
              <a:rPr lang="zh-CN" sz="1800">
                <a:solidFill>
                  <a:srgbClr val="FF0000">
                    <a:alpha val="100000"/>
                  </a:srgbClr>
                </a:solidFill>
                <a:latin typeface="思源黑体 CN Bold"/>
                <a:ea typeface="思源黑体 CN Bold"/>
                <a:cs typeface="+mn-cs"/>
                <a:sym typeface="等线"/>
              </a:rPr>
              <a:t>多个评估指标：</a:t>
            </a:r>
            <a:endParaRPr lang="zh-CN" sz="1800">
              <a:solidFill>
                <a:srgbClr val="FF0000">
                  <a:alpha val="100000"/>
                </a:srgbClr>
              </a:solidFill>
              <a:latin typeface="思源黑体 CN Bold"/>
              <a:ea typeface="思源黑体 CN Bold"/>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整体总结 </a:t>
            </a:r>
            <a:r>
              <a:rPr lang="en-US" sz="1400">
                <a:solidFill>
                  <a:schemeClr val="tx1">
                    <a:lumMod val="85000"/>
                    <a:lumOff val="15000"/>
                    <a:alpha val="100000"/>
                  </a:schemeClr>
                </a:solidFill>
                <a:latin typeface="思源黑体 CN Normal"/>
                <a:ea typeface="思源黑体 CN Normal"/>
                <a:cs typeface="+mn-cs"/>
                <a:sym typeface="等线"/>
              </a:rPr>
              <a:t>(Overall Summary): </a:t>
            </a:r>
            <a:r>
              <a:rPr lang="zh-CN" sz="1400">
                <a:solidFill>
                  <a:schemeClr val="tx1">
                    <a:lumMod val="85000"/>
                    <a:lumOff val="15000"/>
                    <a:alpha val="100000"/>
                  </a:schemeClr>
                </a:solidFill>
                <a:latin typeface="思源黑体 CN Normal"/>
                <a:ea typeface="思源黑体 CN Normal"/>
                <a:cs typeface="+mn-cs"/>
                <a:sym typeface="等线"/>
              </a:rPr>
              <a:t>用户的口语能力的数值评分、整体总结和理想回答。</a:t>
            </a:r>
            <a:endParaRPr lang="zh-CN" sz="1400">
              <a:solidFill>
                <a:schemeClr val="tx1">
                  <a:lumMod val="85000"/>
                  <a:lumOff val="15000"/>
                  <a:alpha val="100000"/>
                </a:schemeClr>
              </a:solidFill>
              <a:latin typeface="思源黑体 CN Normal"/>
              <a:ea typeface="思源黑体 CN Normal"/>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词汇 </a:t>
            </a:r>
            <a:r>
              <a:rPr lang="en-US" sz="1400">
                <a:solidFill>
                  <a:schemeClr val="tx1">
                    <a:lumMod val="85000"/>
                    <a:lumOff val="15000"/>
                    <a:alpha val="100000"/>
                  </a:schemeClr>
                </a:solidFill>
                <a:latin typeface="思源黑体 CN Normal"/>
                <a:ea typeface="思源黑体 CN Normal"/>
                <a:cs typeface="+mn-cs"/>
                <a:sym typeface="等线"/>
              </a:rPr>
              <a:t>(Vocabulary): </a:t>
            </a:r>
            <a:r>
              <a:rPr lang="zh-CN" sz="1400">
                <a:solidFill>
                  <a:schemeClr val="tx1">
                    <a:lumMod val="85000"/>
                    <a:lumOff val="15000"/>
                    <a:alpha val="100000"/>
                  </a:schemeClr>
                </a:solidFill>
                <a:latin typeface="思源黑体 CN Normal"/>
                <a:ea typeface="思源黑体 CN Normal"/>
                <a:cs typeface="+mn-cs"/>
                <a:sym typeface="等线"/>
              </a:rPr>
              <a:t>分析用户的词汇使用</a:t>
            </a:r>
            <a:endParaRPr lang="zh-CN" sz="1400">
              <a:solidFill>
                <a:schemeClr val="tx1">
                  <a:lumMod val="85000"/>
                  <a:lumOff val="15000"/>
                  <a:alpha val="100000"/>
                </a:schemeClr>
              </a:solidFill>
              <a:latin typeface="思源黑体 CN Normal"/>
              <a:ea typeface="思源黑体 CN Normal"/>
              <a:cs typeface="+mn-cs"/>
              <a:sym typeface="等线"/>
            </a:endParaRPr>
          </a:p>
          <a:p>
            <a:pPr marL="0" lvl="0" algn="l" defTabSz="914400">
              <a:lnSpc>
                <a:spcPct val="150000"/>
              </a:lnSpc>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流利度 </a:t>
            </a:r>
            <a:r>
              <a:rPr lang="en-US" sz="1400">
                <a:solidFill>
                  <a:schemeClr val="tx1">
                    <a:lumMod val="85000"/>
                    <a:lumOff val="15000"/>
                    <a:alpha val="100000"/>
                  </a:schemeClr>
                </a:solidFill>
                <a:latin typeface="思源黑体 CN Normal"/>
                <a:ea typeface="思源黑体 CN Normal"/>
                <a:cs typeface="+mn-cs"/>
                <a:sym typeface="等线"/>
              </a:rPr>
              <a:t>(Fluency): </a:t>
            </a:r>
            <a:r>
              <a:rPr lang="zh-CN" sz="1400">
                <a:solidFill>
                  <a:schemeClr val="tx1">
                    <a:lumMod val="85000"/>
                    <a:lumOff val="15000"/>
                    <a:alpha val="100000"/>
                  </a:schemeClr>
                </a:solidFill>
                <a:latin typeface="思源黑体 CN Normal"/>
                <a:ea typeface="思源黑体 CN Normal"/>
                <a:cs typeface="+mn-cs"/>
                <a:sym typeface="等线"/>
              </a:rPr>
              <a:t>其中包括朗读语速</a:t>
            </a:r>
            <a:r>
              <a:rPr lang="en-US" sz="1400">
                <a:solidFill>
                  <a:schemeClr val="tx1">
                    <a:lumMod val="85000"/>
                    <a:lumOff val="15000"/>
                    <a:alpha val="100000"/>
                  </a:schemeClr>
                </a:solidFill>
                <a:latin typeface="思源黑体 CN Normal"/>
                <a:ea typeface="思源黑体 CN Normal"/>
                <a:cs typeface="+mn-cs"/>
                <a:sym typeface="等线"/>
              </a:rPr>
              <a:t>[7,8]</a:t>
            </a:r>
            <a:r>
              <a:rPr lang="zh-CN" sz="1400">
                <a:solidFill>
                  <a:schemeClr val="tx1">
                    <a:lumMod val="85000"/>
                    <a:lumOff val="15000"/>
                    <a:alpha val="100000"/>
                  </a:schemeClr>
                </a:solidFill>
                <a:latin typeface="思源黑体 CN Normal"/>
                <a:ea typeface="思源黑体 CN Normal"/>
                <a:cs typeface="+mn-cs"/>
                <a:sym typeface="等线"/>
              </a:rPr>
              <a:t>、停顿识别、填充词和语调分析</a:t>
            </a:r>
            <a:r>
              <a:rPr lang="en-US" sz="1400">
                <a:solidFill>
                  <a:schemeClr val="tx1">
                    <a:lumMod val="85000"/>
                    <a:lumOff val="15000"/>
                    <a:alpha val="100000"/>
                  </a:schemeClr>
                </a:solidFill>
                <a:latin typeface="思源黑体 CN Normal"/>
                <a:ea typeface="思源黑体 CN Normal"/>
                <a:cs typeface="+mn-cs"/>
                <a:sym typeface="等线"/>
              </a:rPr>
              <a:t>[9]</a:t>
            </a:r>
            <a:r>
              <a:rPr lang="zh-CN" sz="1400">
                <a:solidFill>
                  <a:schemeClr val="tx1">
                    <a:lumMod val="85000"/>
                    <a:lumOff val="15000"/>
                    <a:alpha val="100000"/>
                  </a:schemeClr>
                </a:solidFill>
                <a:latin typeface="思源黑体 CN Normal"/>
                <a:ea typeface="思源黑体 CN Normal"/>
                <a:cs typeface="+mn-cs"/>
                <a:sym typeface="等线"/>
              </a:rPr>
              <a:t>等</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情感 </a:t>
            </a:r>
            <a:r>
              <a:rPr lang="en-US" sz="1400">
                <a:solidFill>
                  <a:schemeClr val="tx1">
                    <a:lumMod val="85000"/>
                    <a:lumOff val="15000"/>
                    <a:alpha val="100000"/>
                  </a:schemeClr>
                </a:solidFill>
                <a:latin typeface="思源黑体 CN Normal"/>
                <a:ea typeface="思源黑体 CN Normal"/>
                <a:cs typeface="+mn-cs"/>
                <a:sym typeface="等线"/>
              </a:rPr>
              <a:t>(Emotion)</a:t>
            </a:r>
            <a:r>
              <a:rPr lang="zh-CN" sz="1400">
                <a:solidFill>
                  <a:schemeClr val="tx1">
                    <a:lumMod val="85000"/>
                    <a:lumOff val="15000"/>
                    <a:alpha val="100000"/>
                  </a:schemeClr>
                </a:solidFill>
                <a:latin typeface="思源黑体 CN Normal"/>
                <a:ea typeface="思源黑体 CN Normal"/>
                <a:cs typeface="+mn-cs"/>
                <a:sym typeface="等线"/>
              </a:rPr>
              <a:t> 发音 </a:t>
            </a:r>
            <a:r>
              <a:rPr lang="en-US" sz="1400">
                <a:solidFill>
                  <a:schemeClr val="tx1">
                    <a:lumMod val="85000"/>
                    <a:lumOff val="15000"/>
                    <a:alpha val="100000"/>
                  </a:schemeClr>
                </a:solidFill>
                <a:latin typeface="思源黑体 CN Normal"/>
                <a:ea typeface="思源黑体 CN Normal"/>
                <a:cs typeface="+mn-cs"/>
                <a:sym typeface="等线"/>
              </a:rPr>
              <a:t>(Pronunciation)</a:t>
            </a:r>
            <a:r>
              <a:rPr lang="zh-CN" sz="1400">
                <a:solidFill>
                  <a:schemeClr val="tx1">
                    <a:lumMod val="85000"/>
                    <a:lumOff val="15000"/>
                    <a:alpha val="100000"/>
                  </a:schemeClr>
                </a:solidFill>
                <a:latin typeface="思源黑体 CN Normal"/>
                <a:ea typeface="思源黑体 CN Normal"/>
                <a:cs typeface="+mn-cs"/>
                <a:sym typeface="等线"/>
              </a:rPr>
              <a:t>连贯性 </a:t>
            </a:r>
            <a:r>
              <a:rPr lang="en-US" sz="1400">
                <a:solidFill>
                  <a:schemeClr val="tx1">
                    <a:lumMod val="85000"/>
                    <a:lumOff val="15000"/>
                    <a:alpha val="100000"/>
                  </a:schemeClr>
                </a:solidFill>
                <a:latin typeface="思源黑体 CN Normal"/>
                <a:ea typeface="思源黑体 CN Normal"/>
                <a:cs typeface="+mn-cs"/>
                <a:sym typeface="等线"/>
              </a:rPr>
              <a:t>(Coherence)</a:t>
            </a:r>
            <a:r>
              <a:rPr lang="en-US" sz="1400">
                <a:solidFill>
                  <a:schemeClr val="tx1">
                    <a:lumMod val="85000"/>
                    <a:lumOff val="15000"/>
                    <a:alpha val="100000"/>
                  </a:schemeClr>
                </a:solidFill>
                <a:latin typeface="思源黑体 CN Normal"/>
                <a:ea typeface="思源黑体 CN Normal"/>
                <a:cs typeface="+mn-cs"/>
                <a:sym typeface="等线"/>
              </a:rPr>
              <a:t>[10,11,12]</a:t>
            </a:r>
            <a:endParaRPr/>
          </a:p>
          <a:p>
            <a:pPr marL="0" lvl="0" algn="l" defTabSz="914400">
              <a:lnSpc>
                <a:spcPct val="150000"/>
              </a:lnSpc>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语法 </a:t>
            </a:r>
            <a:r>
              <a:rPr lang="en-US" sz="1400">
                <a:solidFill>
                  <a:schemeClr val="tx1">
                    <a:lumMod val="85000"/>
                    <a:lumOff val="15000"/>
                    <a:alpha val="100000"/>
                  </a:schemeClr>
                </a:solidFill>
                <a:latin typeface="思源黑体 CN Normal"/>
                <a:ea typeface="思源黑体 CN Normal"/>
                <a:cs typeface="+mn-cs"/>
                <a:sym typeface="等线"/>
              </a:rPr>
              <a:t>(Grammar) [13]</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r>
              <a:rPr lang="zh-CN" sz="1800">
                <a:solidFill>
                  <a:srgbClr val="FF0000">
                    <a:alpha val="100000"/>
                  </a:srgbClr>
                </a:solidFill>
                <a:latin typeface="思源黑体 CN Bold"/>
                <a:ea typeface="思源黑体 CN Bold"/>
                <a:cs typeface="+mn-cs"/>
                <a:sym typeface="等线"/>
              </a:rPr>
              <a:t>多种反馈：</a:t>
            </a:r>
            <a:endParaRPr lang="zh-CN" sz="1800">
              <a:solidFill>
                <a:srgbClr val="FF0000">
                  <a:alpha val="100000"/>
                </a:srgbClr>
              </a:solidFill>
              <a:latin typeface="思源黑体 CN Bold"/>
              <a:ea typeface="思源黑体 CN Bold"/>
              <a:cs typeface="+mn-cs"/>
              <a:sym typeface="等线"/>
            </a:endParaRPr>
          </a:p>
          <a:p>
            <a:pPr marL="0" lvl="0" indent="0" algn="l" defTabSz="914400">
              <a:lnSpc>
                <a:spcPct val="150000"/>
              </a:lnSpc>
              <a:defRPr sz="1800">
                <a:solidFill>
                  <a:schemeClr val="tx1">
                    <a:alpha val="100000"/>
                  </a:schemeClr>
                </a:solidFill>
                <a:latin typeface="等线"/>
                <a:ea typeface="等线"/>
                <a:cs typeface="+mn-cs"/>
              </a:defRPr>
            </a:pPr>
            <a:r>
              <a:rPr lang="zh-CN" sz="1400" b="false" i="false" u="none" strike="noStrike">
                <a:solidFill>
                  <a:schemeClr val="tx1">
                    <a:lumMod val="85000"/>
                    <a:lumOff val="15000"/>
                    <a:alpha val="100000"/>
                  </a:schemeClr>
                </a:solidFill>
                <a:effectLst/>
                <a:latin typeface="思源黑体 CN Normal"/>
                <a:ea typeface="思源黑体 CN Normal"/>
                <a:cs typeface="+mn-cs"/>
                <a:sym typeface="等线"/>
              </a:rPr>
              <a:t>段落生成：​利用 LLM 生成包含语法选择的段落，学习者需朗读这些段落。</a:t>
            </a:r>
            <a:r>
              <a:rPr lang="zh-CN" sz="1400" b="false" i="false" u="none" strike="noStrike">
                <a:solidFill>
                  <a:schemeClr val="tx1">
                    <a:lumMod val="85000"/>
                    <a:lumOff val="15000"/>
                    <a:alpha val="100000"/>
                  </a:schemeClr>
                </a:solidFill>
                <a:effectLst/>
                <a:latin typeface="思源黑体 CN Normal"/>
                <a:ea typeface="思源黑体 CN Normal"/>
                <a:cs typeface="+mn-cs"/>
                <a:sym typeface="等线"/>
              </a:rPr>
              <a:t>​</a:t>
            </a:r>
            <a:br>
              <a:rPr/>
            </a:br>
            <a:r>
              <a:rPr lang="zh-CN" sz="1400" b="false" i="false" u="none" strike="noStrike">
                <a:solidFill>
                  <a:schemeClr val="tx1">
                    <a:lumMod val="85000"/>
                    <a:lumOff val="15000"/>
                    <a:alpha val="100000"/>
                  </a:schemeClr>
                </a:solidFill>
                <a:effectLst/>
                <a:latin typeface="思源黑体 CN Normal"/>
                <a:ea typeface="思源黑体 CN Normal"/>
                <a:cs typeface="+mn-cs"/>
                <a:sym typeface="等线"/>
              </a:rPr>
              <a:t>语音转文本（ASR）：​使用定制的语言模型对学习者的朗读进行转录，捕捉语法错误。</a:t>
            </a:r>
            <a:br>
              <a:rPr/>
            </a:br>
            <a:r>
              <a:rPr lang="zh-CN" sz="1400" b="false" i="false" u="none" strike="noStrike">
                <a:solidFill>
                  <a:schemeClr val="tx1">
                    <a:lumMod val="85000"/>
                    <a:lumOff val="15000"/>
                    <a:alpha val="100000"/>
                  </a:schemeClr>
                </a:solidFill>
                <a:effectLst/>
                <a:latin typeface="思源黑体 CN Normal"/>
                <a:ea typeface="思源黑体 CN Normal"/>
                <a:cs typeface="+mn-cs"/>
                <a:sym typeface="等线"/>
              </a:rPr>
              <a:t>语法评分：​比较学习者的转录文本与标准文本，计算语法评分，评估语法能力</a:t>
            </a:r>
            <a:endParaRPr/>
          </a:p>
        </p:txBody>
      </p:sp>
      <p:sp>
        <p:nvSpPr>
          <p:cNvPr id="69" name=""/>
          <p:cNvSpPr txBox="true"/>
          <p:nvPr/>
        </p:nvSpPr>
        <p:spPr>
          <a:xfrm rot="0" flipH="false" flipV="false">
            <a:off x="0" y="5324737"/>
            <a:ext cx="12407900" cy="2413000"/>
          </a:xfrm>
          <a:prstGeom prst="rect"/>
        </p:spPr>
        <p:txBody>
          <a:bodyPr>
            <a:spAutoFit/>
          </a:bodyPr>
          <a:p>
            <a:pPr marL="0" lvl="0" algn="l" defTabSz="914400">
              <a:lnSpc>
                <a:spcPct val="100000"/>
              </a:lnSpc>
              <a:defRPr sz="1800">
                <a:solidFill>
                  <a:schemeClr val="tx1">
                    <a:alpha val="100000"/>
                  </a:schemeClr>
                </a:solidFill>
                <a:latin typeface="等线"/>
                <a:ea typeface="等线"/>
                <a:cs typeface="+mn-cs"/>
              </a:defRPr>
            </a:pPr>
            <a:r>
              <a:rPr lang="en-US" sz="1050" b="false" i="false" u="none" strike="noStrike">
                <a:solidFill>
                  <a:srgbClr val="000000">
                    <a:alpha val="100000"/>
                  </a:srgbClr>
                </a:solidFill>
                <a:highlight>
                  <a:srgbClr val="FFFFFF">
                    <a:alpha val="100000"/>
                  </a:srgbClr>
                </a:highlight>
                <a:latin typeface="rival-sans"/>
                <a:ea typeface="rival-sans"/>
                <a:cs typeface="+mn-cs"/>
              </a:rPr>
              <a:t>[7]A.Imran, M. Pandharipande, and S. K. Kopparapu, “Speakrite: Monitoring speaking rate in real time on a mobile phone,”</a:t>
            </a:r>
            <a:r>
              <a:rPr lang="en-US" sz="1050" b="false" i="false" u="none" strike="noStrike">
                <a:solidFill>
                  <a:srgbClr val="000000">
                    <a:alpha val="100000"/>
                  </a:srgbClr>
                </a:solidFill>
                <a:highlight>
                  <a:srgbClr val="FFFFFF">
                    <a:alpha val="100000"/>
                  </a:srgbClr>
                </a:highlight>
                <a:latin typeface="rival-sans"/>
                <a:ea typeface="rival-sans"/>
                <a:cs typeface="+mn-cs"/>
              </a:rPr>
              <a:t> </a:t>
            </a:r>
            <a:r>
              <a:rPr lang="en-US" sz="1050" b="false" i="false" u="none" strike="noStrike">
                <a:solidFill>
                  <a:srgbClr val="000000">
                    <a:alpha val="100000"/>
                  </a:srgbClr>
                </a:solidFill>
                <a:highlight>
                  <a:srgbClr val="FFFFFF">
                    <a:alpha val="100000"/>
                  </a:srgbClr>
                </a:highlight>
                <a:latin typeface="rival-sans"/>
                <a:ea typeface="rival-sans"/>
                <a:cs typeface="+mn-cs"/>
              </a:rPr>
              <a:t>International Journal of Mobile Human Computer Interaction (IJMHCI)</a:t>
            </a:r>
            <a:r>
              <a:rPr lang="en-US" sz="1050" b="false" i="false" u="none" strike="noStrike">
                <a:solidFill>
                  <a:srgbClr val="000000">
                    <a:alpha val="100000"/>
                  </a:srgbClr>
                </a:solidFill>
                <a:highlight>
                  <a:srgbClr val="FFFFFF">
                    <a:alpha val="100000"/>
                  </a:srgbClr>
                </a:highlight>
                <a:latin typeface="rival-sans"/>
                <a:ea typeface="rival-sans"/>
                <a:cs typeface="+mn-cs"/>
              </a:rPr>
              <a:t>, vol. 5, no. 1, pp. 62–69, 2013.</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r>
              <a:rPr lang="en-US" sz="1050" b="false" i="false" u="none" strike="noStrike">
                <a:solidFill>
                  <a:srgbClr val="000000">
                    <a:alpha val="100000"/>
                  </a:srgbClr>
                </a:solidFill>
                <a:highlight>
                  <a:srgbClr val="FFFFFF">
                    <a:alpha val="100000"/>
                  </a:srgbClr>
                </a:highlight>
                <a:latin typeface="rival-sans"/>
                <a:ea typeface="rival-sans"/>
                <a:cs typeface="+mn-cs"/>
              </a:rPr>
              <a:t>[8]S. K. Kopparapu,</a:t>
            </a:r>
            <a:r>
              <a:rPr lang="en-US" sz="1050" b="false" i="false" u="none" strike="noStrike">
                <a:solidFill>
                  <a:srgbClr val="000000">
                    <a:alpha val="100000"/>
                  </a:srgbClr>
                </a:solidFill>
                <a:highlight>
                  <a:srgbClr val="FFFFFF">
                    <a:alpha val="100000"/>
                  </a:srgbClr>
                </a:highlight>
                <a:latin typeface="rival-sans"/>
                <a:ea typeface="rival-sans"/>
                <a:cs typeface="+mn-cs"/>
              </a:rPr>
              <a:t> </a:t>
            </a:r>
            <a:r>
              <a:rPr lang="en-US" sz="1050" b="false" i="false" u="none" strike="noStrike">
                <a:solidFill>
                  <a:srgbClr val="000000">
                    <a:alpha val="100000"/>
                  </a:srgbClr>
                </a:solidFill>
                <a:highlight>
                  <a:srgbClr val="FFFFFF">
                    <a:alpha val="100000"/>
                  </a:srgbClr>
                </a:highlight>
                <a:latin typeface="rival-sans"/>
                <a:ea typeface="rival-sans"/>
                <a:cs typeface="+mn-cs"/>
              </a:rPr>
              <a:t>Non-linguistic analysis of call center conversations</a:t>
            </a:r>
            <a:r>
              <a:rPr lang="en-US" sz="1050" b="false" i="false" u="none" strike="noStrike">
                <a:solidFill>
                  <a:srgbClr val="000000">
                    <a:alpha val="100000"/>
                  </a:srgbClr>
                </a:solidFill>
                <a:highlight>
                  <a:srgbClr val="FFFFFF">
                    <a:alpha val="100000"/>
                  </a:srgbClr>
                </a:highlight>
                <a:latin typeface="rival-sans"/>
                <a:ea typeface="rival-sans"/>
                <a:cs typeface="+mn-cs"/>
              </a:rPr>
              <a:t>.</a:t>
            </a:r>
            <a:r>
              <a:rPr lang="en-US" sz="1050" b="false" i="false" u="none" strike="noStrike">
                <a:solidFill>
                  <a:srgbClr val="000000">
                    <a:alpha val="100000"/>
                  </a:srgbClr>
                </a:solidFill>
                <a:highlight>
                  <a:srgbClr val="FFFFFF">
                    <a:alpha val="100000"/>
                  </a:srgbClr>
                </a:highlight>
                <a:latin typeface="rival-sans"/>
                <a:ea typeface="rival-sans"/>
                <a:cs typeface="+mn-cs"/>
              </a:rPr>
              <a:t>Springer, 2015.</a:t>
            </a:r>
            <a:r>
              <a:rPr lang="en-US" sz="1050" b="false" i="false" u="none" strike="noStrike">
                <a:solidFill>
                  <a:srgbClr val="000000">
                    <a:alpha val="100000"/>
                  </a:srgbClr>
                </a:solidFill>
                <a:highlight>
                  <a:srgbClr val="FFFFFF">
                    <a:alpha val="100000"/>
                  </a:srgbClr>
                </a:highlight>
                <a:latin typeface="rival-sans"/>
                <a:ea typeface="rival-sans"/>
                <a:cs typeface="+mn-cs"/>
              </a:rPr>
              <a:t>J. P. Arias, N. B. Yoma, and H. Vivanco, “Automatic intonation assessment for computer aided language learning,”</a:t>
            </a:r>
            <a:r>
              <a:rPr lang="en-US" sz="1050" b="false" i="false" u="none" strike="noStrike">
                <a:solidFill>
                  <a:srgbClr val="000000">
                    <a:alpha val="100000"/>
                  </a:srgbClr>
                </a:solidFill>
                <a:highlight>
                  <a:srgbClr val="FFFFFF">
                    <a:alpha val="100000"/>
                  </a:srgbClr>
                </a:highlight>
                <a:latin typeface="rival-sans"/>
                <a:ea typeface="rival-sans"/>
                <a:cs typeface="+mn-cs"/>
              </a:rPr>
              <a:t> </a:t>
            </a:r>
            <a:r>
              <a:rPr lang="en-US" sz="1050" b="false" i="false" u="none" strike="noStrike">
                <a:solidFill>
                  <a:srgbClr val="000000">
                    <a:alpha val="100000"/>
                  </a:srgbClr>
                </a:solidFill>
                <a:highlight>
                  <a:srgbClr val="FFFFFF">
                    <a:alpha val="100000"/>
                  </a:srgbClr>
                </a:highlight>
                <a:latin typeface="rival-sans"/>
                <a:ea typeface="rival-sans"/>
                <a:cs typeface="+mn-cs"/>
              </a:rPr>
              <a:t>Speech Communication</a:t>
            </a:r>
            <a:r>
              <a:rPr lang="en-US" sz="1050" b="false" i="false" u="none" strike="noStrike">
                <a:solidFill>
                  <a:srgbClr val="000000">
                    <a:alpha val="100000"/>
                  </a:srgbClr>
                </a:solidFill>
                <a:highlight>
                  <a:srgbClr val="FFFFFF">
                    <a:alpha val="100000"/>
                  </a:srgbClr>
                </a:highlight>
                <a:latin typeface="rival-sans"/>
                <a:ea typeface="rival-sans"/>
                <a:cs typeface="+mn-cs"/>
              </a:rPr>
              <a:t>, vol. 52, no. 3, pp. 254–267, 2010.</a:t>
            </a:r>
            <a:endParaRPr sz="1800">
              <a:solidFill>
                <a:schemeClr val="tx1">
                  <a:alpha val="100000"/>
                </a:schemeClr>
              </a:solidFill>
              <a:latin typeface="等线"/>
              <a:ea typeface="等线"/>
              <a:cs typeface="+mn-cs"/>
            </a:endParaRPr>
          </a:p>
          <a:p>
            <a:pPr marL="0" lvl="0" indent="0" algn="l" defTabSz="914400">
              <a:lnSpc>
                <a:spcPct val="100000"/>
              </a:lnSpc>
              <a:defRPr sz="1800">
                <a:solidFill>
                  <a:schemeClr val="tx1">
                    <a:alpha val="100000"/>
                  </a:schemeClr>
                </a:solidFill>
                <a:latin typeface="等线"/>
                <a:ea typeface="等线"/>
                <a:cs typeface="+mn-cs"/>
              </a:defRPr>
            </a:pPr>
            <a:r>
              <a:rPr lang="en-US" sz="1050" b="false" i="false" u="none" strike="noStrike">
                <a:solidFill>
                  <a:srgbClr val="000000">
                    <a:alpha val="100000"/>
                  </a:srgbClr>
                </a:solidFill>
                <a:highlight>
                  <a:srgbClr val="FFFFFF">
                    <a:alpha val="100000"/>
                  </a:srgbClr>
                </a:highlight>
                <a:latin typeface="rival-sans"/>
                <a:ea typeface="rival-sans"/>
                <a:cs typeface="+mn-cs"/>
              </a:rPr>
              <a:t>[9]J. P. Arias, N. B. Yoma, and H. Vivanco, “Automatic intonation assessment for computer aided language learning,”</a:t>
            </a:r>
            <a:r>
              <a:rPr lang="en-US" sz="1050" b="false" i="false" u="none" strike="noStrike">
                <a:solidFill>
                  <a:srgbClr val="000000">
                    <a:alpha val="100000"/>
                  </a:srgbClr>
                </a:solidFill>
                <a:highlight>
                  <a:srgbClr val="FFFFFF">
                    <a:alpha val="100000"/>
                  </a:srgbClr>
                </a:highlight>
                <a:latin typeface="rival-sans"/>
                <a:ea typeface="rival-sans"/>
                <a:cs typeface="+mn-cs"/>
              </a:rPr>
              <a:t> </a:t>
            </a:r>
            <a:r>
              <a:rPr lang="en-US" sz="1050" b="false" i="false" u="none" strike="noStrike">
                <a:solidFill>
                  <a:srgbClr val="000000">
                    <a:alpha val="100000"/>
                  </a:srgbClr>
                </a:solidFill>
                <a:highlight>
                  <a:srgbClr val="FFFFFF">
                    <a:alpha val="100000"/>
                  </a:srgbClr>
                </a:highlight>
                <a:latin typeface="rival-sans"/>
                <a:ea typeface="rival-sans"/>
                <a:cs typeface="+mn-cs"/>
              </a:rPr>
              <a:t>Speech Communication</a:t>
            </a:r>
            <a:r>
              <a:rPr lang="en-US" sz="1050" b="false" i="false" u="none" strike="noStrike">
                <a:solidFill>
                  <a:srgbClr val="000000">
                    <a:alpha val="100000"/>
                  </a:srgbClr>
                </a:solidFill>
                <a:highlight>
                  <a:srgbClr val="FFFFFF">
                    <a:alpha val="100000"/>
                  </a:srgbClr>
                </a:highlight>
                <a:latin typeface="rival-sans"/>
                <a:ea typeface="rival-sans"/>
                <a:cs typeface="+mn-cs"/>
              </a:rPr>
              <a:t>, vol. 52, no. 3, pp. 254–267, 2010.</a:t>
            </a:r>
            <a:endParaRPr sz="1800">
              <a:solidFill>
                <a:schemeClr val="tx1">
                  <a:alpha val="100000"/>
                </a:schemeClr>
              </a:solidFill>
              <a:latin typeface="等线"/>
              <a:ea typeface="等线"/>
              <a:cs typeface="+mn-cs"/>
            </a:endParaRPr>
          </a:p>
          <a:p>
            <a:pPr marL="0" lvl="0" indent="0" algn="l" defTabSz="914400">
              <a:lnSpc>
                <a:spcPct val="100000"/>
              </a:lnSpc>
              <a:defRPr sz="1800">
                <a:solidFill>
                  <a:schemeClr val="tx1">
                    <a:alpha val="100000"/>
                  </a:schemeClr>
                </a:solidFill>
                <a:latin typeface="等线"/>
                <a:ea typeface="等线"/>
                <a:cs typeface="+mn-cs"/>
              </a:defRPr>
            </a:pPr>
            <a:r>
              <a:rPr lang="en-US" sz="1050" b="false" i="false" u="none" strike="noStrike">
                <a:solidFill>
                  <a:srgbClr val="000000">
                    <a:alpha val="100000"/>
                  </a:srgbClr>
                </a:solidFill>
                <a:highlight>
                  <a:srgbClr val="FFFFFF">
                    <a:alpha val="100000"/>
                  </a:srgbClr>
                </a:highlight>
                <a:latin typeface="rival-sans"/>
                <a:ea typeface="rival-sans"/>
                <a:cs typeface="+mn-cs"/>
              </a:rPr>
              <a:t>[10</a:t>
            </a:r>
            <a:r>
              <a:rPr lang="en-US" sz="1050" b="false" i="false" u="none" strike="noStrike">
                <a:solidFill>
                  <a:srgbClr val="000000">
                    <a:alpha val="100000"/>
                  </a:srgbClr>
                </a:solidFill>
                <a:highlight>
                  <a:srgbClr val="FFFFFF">
                    <a:alpha val="100000"/>
                  </a:srgbClr>
                </a:highlight>
                <a:latin typeface="rival-sans"/>
                <a:ea typeface="rival-sans"/>
                <a:cs typeface="+mn-cs"/>
              </a:rPr>
              <a:t>]S. Bannò, R. Ma, M. Qian, K. M. Knill, and M. J. F. Gales, “Towards End-to-End Spoken Grammatical Error Correction,” in</a:t>
            </a:r>
            <a:r>
              <a:rPr lang="en-US" sz="1050" b="false" i="false" u="none" strike="noStrike">
                <a:solidFill>
                  <a:srgbClr val="000000">
                    <a:alpha val="100000"/>
                  </a:srgbClr>
                </a:solidFill>
                <a:highlight>
                  <a:srgbClr val="FFFFFF">
                    <a:alpha val="100000"/>
                  </a:srgbClr>
                </a:highlight>
                <a:latin typeface="rival-sans"/>
                <a:ea typeface="rival-sans"/>
                <a:cs typeface="+mn-cs"/>
              </a:rPr>
              <a:t> </a:t>
            </a:r>
            <a:r>
              <a:rPr lang="en-US" sz="1050" b="false" i="false" u="none" strike="noStrike">
                <a:solidFill>
                  <a:srgbClr val="000000">
                    <a:alpha val="100000"/>
                  </a:srgbClr>
                </a:solidFill>
                <a:highlight>
                  <a:srgbClr val="FFFFFF">
                    <a:alpha val="100000"/>
                  </a:srgbClr>
                </a:highlight>
                <a:latin typeface="rival-sans"/>
                <a:ea typeface="rival-sans"/>
                <a:cs typeface="+mn-cs"/>
              </a:rPr>
              <a:t>ICASSP 2024 - 2024 IEEE International Conference on Acoustics, Speech and Signal Processing (ICASSP)</a:t>
            </a:r>
            <a:r>
              <a:rPr lang="en-US" sz="1050" b="false" i="false" u="none" strike="noStrike">
                <a:solidFill>
                  <a:srgbClr val="000000">
                    <a:alpha val="100000"/>
                  </a:srgbClr>
                </a:solidFill>
                <a:highlight>
                  <a:srgbClr val="FFFFFF">
                    <a:alpha val="100000"/>
                  </a:srgbClr>
                </a:highlight>
                <a:latin typeface="rival-sans"/>
                <a:ea typeface="rival-sans"/>
                <a:cs typeface="+mn-cs"/>
              </a:rPr>
              <a:t>, pp. 10791–10795, 2024.</a:t>
            </a:r>
            <a:endParaRPr/>
          </a:p>
          <a:p>
            <a:pPr marL="0" lvl="0" algn="l" defTabSz="914400">
              <a:lnSpc>
                <a:spcPct val="100000"/>
              </a:lnSpc>
              <a:defRPr sz="1800">
                <a:solidFill>
                  <a:schemeClr val="tx1">
                    <a:alpha val="100000"/>
                  </a:schemeClr>
                </a:solidFill>
                <a:latin typeface="等线"/>
                <a:ea typeface="等线"/>
                <a:cs typeface="+mn-cs"/>
              </a:defRPr>
            </a:pPr>
            <a:r>
              <a:rPr lang="en-US" sz="1050">
                <a:solidFill>
                  <a:srgbClr val="000000">
                    <a:alpha val="100000"/>
                  </a:srgbClr>
                </a:solidFill>
                <a:highlight>
                  <a:srgbClr val="FFFFFF">
                    <a:alpha val="100000"/>
                  </a:srgbClr>
                </a:highlight>
                <a:latin typeface="rival-sans"/>
                <a:ea typeface="rival-sans"/>
                <a:cs typeface="+mn-cs"/>
              </a:rPr>
              <a:t>[11]</a:t>
            </a:r>
            <a:r>
              <a:rPr sz="1050">
                <a:solidFill>
                  <a:srgbClr val="000000">
                    <a:alpha val="100000"/>
                  </a:srgbClr>
                </a:solidFill>
                <a:highlight>
                  <a:srgbClr val="FFFFFF">
                    <a:alpha val="100000"/>
                  </a:srgbClr>
                </a:highlight>
                <a:latin typeface="rival-sans"/>
                <a:ea typeface="rival-sans"/>
                <a:cs typeface="+mn-cs"/>
              </a:rPr>
              <a:t>K. Sheoran, A. Bajgoti, R. Gupta, N. Jatana, G. Dhand, C. Gupta, P. Dadheech, U. Yahya, and N. Aneja, “Pronunciation Scoring With Goodness of Pronunciation and Dynamic Time Warping,”</a:t>
            </a:r>
            <a:r>
              <a:rPr sz="1050">
                <a:solidFill>
                  <a:srgbClr val="000000">
                    <a:alpha val="100000"/>
                  </a:srgbClr>
                </a:solidFill>
                <a:highlight>
                  <a:srgbClr val="FFFFFF">
                    <a:alpha val="100000"/>
                  </a:srgbClr>
                </a:highlight>
                <a:latin typeface="rival-sans"/>
                <a:ea typeface="rival-sans"/>
                <a:cs typeface="+mn-cs"/>
              </a:rPr>
              <a:t> </a:t>
            </a:r>
            <a:r>
              <a:rPr sz="1050" i="true">
                <a:solidFill>
                  <a:srgbClr val="000000">
                    <a:alpha val="100000"/>
                  </a:srgbClr>
                </a:solidFill>
                <a:highlight>
                  <a:srgbClr val="FFFFFF">
                    <a:alpha val="100000"/>
                  </a:srgbClr>
                </a:highlight>
                <a:latin typeface="rival-sans"/>
                <a:ea typeface="rival-sans"/>
                <a:cs typeface="+mn-cs"/>
              </a:rPr>
              <a:t>IEEE Access</a:t>
            </a:r>
            <a:r>
              <a:rPr sz="1050">
                <a:solidFill>
                  <a:srgbClr val="000000">
                    <a:alpha val="100000"/>
                  </a:srgbClr>
                </a:solidFill>
                <a:highlight>
                  <a:srgbClr val="FFFFFF">
                    <a:alpha val="100000"/>
                  </a:srgbClr>
                </a:highlight>
                <a:latin typeface="rival-sans"/>
                <a:ea typeface="rival-sans"/>
                <a:cs typeface="+mn-cs"/>
              </a:rPr>
              <a:t>, vol. 11, pp. 15485–15495, 2023</a:t>
            </a:r>
            <a:r>
              <a:rPr lang="en-US" sz="1050" b="false" i="false" u="none" strike="noStrike">
                <a:solidFill>
                  <a:srgbClr val="000000">
                    <a:alpha val="100000"/>
                  </a:srgbClr>
                </a:solidFill>
                <a:highlight>
                  <a:srgbClr val="FFFFFF">
                    <a:alpha val="100000"/>
                  </a:srgbClr>
                </a:highlight>
                <a:latin typeface="rival-sans"/>
                <a:ea typeface="rival-sans"/>
                <a:cs typeface="+mn-cs"/>
              </a:rPr>
              <a:t>.</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r>
              <a:rPr lang="en-US" sz="1050" b="false" i="false" u="none" strike="noStrike">
                <a:solidFill>
                  <a:srgbClr val="000000">
                    <a:alpha val="100000"/>
                  </a:srgbClr>
                </a:solidFill>
                <a:highlight>
                  <a:srgbClr val="FFFFFF">
                    <a:alpha val="100000"/>
                  </a:srgbClr>
                </a:highlight>
                <a:latin typeface="rival-sans"/>
                <a:ea typeface="rival-sans"/>
                <a:cs typeface="+mn-cs"/>
              </a:rPr>
              <a:t>[12]H. Pei, H. Fang, X. Luo, and X. Xu, “Gradformer: A Framework for Multi-Aspect Multi-Granularity Pronunciation Assessment,”</a:t>
            </a:r>
            <a:r>
              <a:rPr lang="en-US" sz="1050" b="false" i="false" u="none" strike="noStrike">
                <a:solidFill>
                  <a:srgbClr val="000000">
                    <a:alpha val="100000"/>
                  </a:srgbClr>
                </a:solidFill>
                <a:highlight>
                  <a:srgbClr val="FFFFFF">
                    <a:alpha val="100000"/>
                  </a:srgbClr>
                </a:highlight>
                <a:latin typeface="rival-sans"/>
                <a:ea typeface="rival-sans"/>
                <a:cs typeface="+mn-cs"/>
              </a:rPr>
              <a:t> </a:t>
            </a:r>
            <a:r>
              <a:rPr lang="en-US" sz="1050" b="false" i="false" u="none" strike="noStrike">
                <a:solidFill>
                  <a:srgbClr val="000000">
                    <a:alpha val="100000"/>
                  </a:srgbClr>
                </a:solidFill>
                <a:highlight>
                  <a:srgbClr val="FFFFFF">
                    <a:alpha val="100000"/>
                  </a:srgbClr>
                </a:highlight>
                <a:latin typeface="rival-sans"/>
                <a:ea typeface="rival-sans"/>
                <a:cs typeface="+mn-cs"/>
              </a:rPr>
              <a:t>IEEE ACM Trans. Audio Speech Lang. Process.</a:t>
            </a:r>
            <a:r>
              <a:rPr lang="en-US" sz="1050" b="false" i="false" u="none" strike="noStrike">
                <a:solidFill>
                  <a:srgbClr val="000000">
                    <a:alpha val="100000"/>
                  </a:srgbClr>
                </a:solidFill>
                <a:highlight>
                  <a:srgbClr val="FFFFFF">
                    <a:alpha val="100000"/>
                  </a:srgbClr>
                </a:highlight>
                <a:latin typeface="rival-sans"/>
                <a:ea typeface="rival-sans"/>
                <a:cs typeface="+mn-cs"/>
              </a:rPr>
              <a:t>, vol. 32, pp. 554–563, 2024.</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r>
              <a:rPr lang="en-US" sz="1050" b="false" i="false" u="none" strike="noStrike">
                <a:solidFill>
                  <a:srgbClr val="000000">
                    <a:alpha val="100000"/>
                  </a:srgbClr>
                </a:solidFill>
                <a:highlight>
                  <a:srgbClr val="FFFFFF">
                    <a:alpha val="100000"/>
                  </a:srgbClr>
                </a:highlight>
                <a:latin typeface="rival-sans"/>
                <a:ea typeface="rival-sans"/>
                <a:cs typeface="+mn-cs"/>
              </a:rPr>
              <a:t>[13]B. Lin and L. Wang, “Exploiting Information From Native Data for Non-Native Automatic Pronunciation Assessment,” in</a:t>
            </a:r>
            <a:r>
              <a:rPr lang="en-US" sz="1050" b="false" i="false" u="none" strike="noStrike">
                <a:solidFill>
                  <a:srgbClr val="000000">
                    <a:alpha val="100000"/>
                  </a:srgbClr>
                </a:solidFill>
                <a:highlight>
                  <a:srgbClr val="FFFFFF">
                    <a:alpha val="100000"/>
                  </a:srgbClr>
                </a:highlight>
                <a:latin typeface="rival-sans"/>
                <a:ea typeface="rival-sans"/>
                <a:cs typeface="+mn-cs"/>
              </a:rPr>
              <a:t> </a:t>
            </a:r>
            <a:r>
              <a:rPr lang="en-US" sz="1050" b="false" i="false" u="none" strike="noStrike">
                <a:solidFill>
                  <a:srgbClr val="000000">
                    <a:alpha val="100000"/>
                  </a:srgbClr>
                </a:solidFill>
                <a:highlight>
                  <a:srgbClr val="FFFFFF">
                    <a:alpha val="100000"/>
                  </a:srgbClr>
                </a:highlight>
                <a:latin typeface="rival-sans"/>
                <a:ea typeface="rival-sans"/>
                <a:cs typeface="+mn-cs"/>
              </a:rPr>
              <a:t>2022 IEEE Spoken Language Technology Workshop (SLT)</a:t>
            </a:r>
            <a:r>
              <a:rPr lang="en-US" sz="1050" b="false" i="false" u="none" strike="noStrike">
                <a:solidFill>
                  <a:srgbClr val="000000">
                    <a:alpha val="100000"/>
                  </a:srgbClr>
                </a:solidFill>
                <a:highlight>
                  <a:srgbClr val="FFFFFF">
                    <a:alpha val="100000"/>
                  </a:srgbClr>
                </a:highlight>
                <a:latin typeface="rival-sans"/>
                <a:ea typeface="rival-sans"/>
                <a:cs typeface="+mn-cs"/>
              </a:rPr>
              <a:t>, pp. 708–714, 2023.</a:t>
            </a:r>
            <a:endParaRPr sz="1800">
              <a:solidFill>
                <a:schemeClr val="tx1">
                  <a:alpha val="100000"/>
                </a:schemeClr>
              </a:solidFill>
              <a:latin typeface="等线"/>
              <a:ea typeface="等线"/>
              <a:cs typeface="+mn-cs"/>
            </a:endParaRPr>
          </a:p>
          <a:p>
            <a:pPr marL="0" lvl="0" indent="0" algn="l" defTabSz="914400">
              <a:lnSpc>
                <a:spcPct val="100000"/>
              </a:lnSpc>
              <a:buNone/>
              <a:defRPr sz="1800">
                <a:solidFill>
                  <a:schemeClr val="tx1">
                    <a:alpha val="100000"/>
                  </a:schemeClr>
                </a:solidFill>
                <a:latin typeface="等线"/>
                <a:ea typeface="等线"/>
                <a:cs typeface="+mn-cs"/>
              </a:defRPr>
            </a:pPr>
            <a:endParaRPr lang="en-US" sz="1050" b="false" i="false" u="none" strike="noStrike">
              <a:solidFill>
                <a:srgbClr val="000000">
                  <a:alpha val="100000"/>
                </a:srgbClr>
              </a:solidFill>
              <a:highlight>
                <a:srgbClr val="FFFFFF">
                  <a:alpha val="100000"/>
                </a:srgbClr>
              </a:highlight>
              <a:latin typeface="rival-sans"/>
              <a:ea typeface="rival-sans"/>
              <a:cs typeface="+mn-cs"/>
            </a:endParaRPr>
          </a:p>
          <a:p>
            <a:pPr marL="0" lvl="0" indent="0" algn="l" defTabSz="914400">
              <a:lnSpc>
                <a:spcPct val="100000"/>
              </a:lnSpc>
              <a:buNone/>
              <a:defRPr sz="1800">
                <a:solidFill>
                  <a:schemeClr val="tx1">
                    <a:alpha val="100000"/>
                  </a:schemeClr>
                </a:solidFill>
                <a:latin typeface="等线"/>
                <a:ea typeface="等线"/>
                <a:cs typeface="+mn-cs"/>
              </a:defRPr>
            </a:pPr>
            <a:endParaRPr lang="en-US" sz="1050" b="false" i="false" u="none" strike="noStrike">
              <a:solidFill>
                <a:srgbClr val="000000">
                  <a:alpha val="100000"/>
                </a:srgbClr>
              </a:solidFill>
              <a:highlight>
                <a:srgbClr val="FFFFFF">
                  <a:alpha val="100000"/>
                </a:srgbClr>
              </a:highlight>
              <a:latin typeface="rival-sans"/>
              <a:ea typeface="rival-sans"/>
              <a:cs typeface="+mn-cs"/>
            </a:endParaRPr>
          </a:p>
          <a:p>
            <a:pPr marL="0" lvl="0" indent="0" algn="l" defTabSz="914400">
              <a:lnSpc>
                <a:spcPct val="100000"/>
              </a:lnSpc>
              <a:buNone/>
              <a:defRPr sz="1800">
                <a:solidFill>
                  <a:schemeClr val="tx1">
                    <a:alpha val="100000"/>
                  </a:schemeClr>
                </a:solidFill>
                <a:latin typeface="等线"/>
                <a:ea typeface="等线"/>
                <a:cs typeface="+mn-cs"/>
              </a:defRPr>
            </a:pPr>
            <a:endParaRPr sz="1600">
              <a:solidFill>
                <a:srgbClr val="000000">
                  <a:alpha val="100000"/>
                </a:srgbClr>
              </a:solidFill>
              <a:highlight>
                <a:srgbClr val="FFFFFF">
                  <a:alpha val="100000"/>
                </a:srgbClr>
              </a:highlight>
              <a:latin typeface="rival-sans"/>
              <a:ea typeface="rival-sans"/>
              <a:cs typeface="+mn-cs"/>
            </a:endParaRPr>
          </a:p>
          <a:p>
            <a:pPr marL="0" lvl="0" algn="l" defTabSz="914400">
              <a:lnSpc>
                <a:spcPct val="100000"/>
              </a:lnSpc>
              <a:defRPr sz="1800">
                <a:solidFill>
                  <a:schemeClr val="tx1">
                    <a:alpha val="100000"/>
                  </a:schemeClr>
                </a:solidFill>
                <a:latin typeface="等线"/>
                <a:ea typeface="等线"/>
                <a:cs typeface="+mn-cs"/>
              </a:defRPr>
            </a:pPr>
            <a:endParaRPr lang="en-US" sz="1050">
              <a:solidFill>
                <a:srgbClr val="000000">
                  <a:alpha val="100000"/>
                </a:srgbClr>
              </a:solidFill>
              <a:highlight>
                <a:srgbClr val="FFFFFF">
                  <a:alpha val="100000"/>
                </a:srgbClr>
              </a:highlight>
              <a:latin typeface="rival-sans"/>
              <a:ea typeface="rival-sans"/>
              <a:cs typeface="+mn-cs"/>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timing>
    <p:tnLst>
      <p:par>
        <p:cTn dur="indefinite" restart="never" nodeType="tmRoot">
          <p:childTnLst>
            <p:seq concurrent="true" nextAc="seek">
              <p:cTn dur="indefinite" nodeType="mainSeq">
                <p:childTnLst>
                  <p:par>
                    <p:cTn fill="hold">
                      <p:stCondLst>
                        <p:cond delay="indefinite"/>
                      </p:stCondLst>
                      <p:childTnLst>
                        <p:par>
                          <p:cTn fill="hold">
                            <p:stCondLst>
                              <p:cond delay="0"/>
                            </p:stCondLst>
                            <p:childTnLst>
                              <p:par>
                                <p:cTn id="59" presetID="42" presetClass="path" presetSubtype="0" decel="100000" fill="hold" grpId="1" nodeType="withEffect">
                                  <p:stCondLst>
                                    <p:cond delay="0"/>
                                  </p:stCondLst>
                                  <p:childTnLst>
                                    <p:animMotion origin="layout" path="M -1.04167E-6 4.07407E-6 L -1.04167E-6 0.07754 " pathEditMode="relative" rAng="0" ptsTypes="AA">
                                      <p:cBhvr>
                                        <p:cTn id="60" dur="300" spd="-100000" fill="hold"/>
                                        <p:tgtEl>
                                          <p:spTgt spid="66"/>
                                        </p:tgtEl>
                                        <p:attrNameLst>
                                          <p:attrName>ppt_x</p:attrName>
                                          <p:attrName>ppt_y</p:attrName>
                                        </p:attrNameLst>
                                      </p:cBhvr>
                                      <p:rCtr x="0" y="3866"/>
                                    </p:animMotion>
                                  </p:childTnLst>
                                </p:cTn>
                              </p:par>
                            </p:childTnLst>
                          </p:cTn>
                        </p:par>
                        <p:par>
                          <p:cTn fill="hold">
                            <p:stCondLst>
                              <p:cond delay="0"/>
                            </p:stCondLst>
                            <p:childTnLst>
                              <p:par>
                                <p:cTn id="61" presetID="10" presetClass="entr" presetSubtype="0" fill="hold" grpId="0" nodeType="afterEffect">
                                  <p:stCondLst>
                                    <p:cond delay="0"/>
                                  </p:stCondLst>
                                  <p:childTnLst>
                                    <p:set>
                                      <p:cBhvr>
                                        <p:cTn id="62" dur="1" fill="hold">
                                          <p:stCondLst>
                                            <p:cond delay="0"/>
                                          </p:stCondLst>
                                        </p:cTn>
                                        <p:tgtEl>
                                          <p:spTgt spid="66"/>
                                        </p:tgtEl>
                                        <p:attrNameLst>
                                          <p:attrName>style.visibility</p:attrName>
                                        </p:attrNameLst>
                                      </p:cBhvr>
                                      <p:to>
                                        <p:strVal val="visible"/>
                                      </p:to>
                                    </p:set>
                                    <p:animEffect transition="in" filter="fade">
                                      <p:cBhvr>
                                        <p:cTn id="63" dur="300"/>
                                        <p:tgtEl>
                                          <p:spTgt spid="66"/>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4.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70" name=""/>
        <p:cNvGrpSpPr/>
        <p:nvPr/>
      </p:nvGrpSpPr>
      <p:grpSpPr>
        <a:xfrm>
          <a:off x="0" y="0"/>
          <a:ext cx="0" cy="0"/>
          <a:chOff x="0" y="0"/>
          <a:chExt cx="0" cy="0"/>
        </a:xfrm>
      </p:grpSpPr>
      <p:sp>
        <p:nvSpPr>
          <p:cNvPr id="71"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72" name="文本占位符 2"/>
          <p:cNvSpPr>
            <a:spLocks noGrp="true"/>
          </p:cNvSpPr>
          <p:nvPr>
            <p:ph type="body" sz="quarter" idx="13"/>
          </p:nvPr>
        </p:nvSpPr>
        <p:spPr/>
        <p:txBody>
          <a:bodyPr/>
          <a:lstStyle/>
          <a:p>
            <a:pPr/>
            <a:r>
              <a:rPr lang="zh-CN" altLang="en-US" dirty="false"/>
              <a:t>相关工作</a:t>
            </a:r>
            <a:endParaRPr lang="zh-CN" altLang="en-US" dirty="false"/>
          </a:p>
        </p:txBody>
      </p:sp>
      <p:sp>
        <p:nvSpPr>
          <p:cNvPr id="73" name="文本框 8"/>
          <p:cNvSpPr txBox="true"/>
          <p:nvPr/>
        </p:nvSpPr>
        <p:spPr>
          <a:xfrm rot="0" flipH="false" flipV="false">
            <a:off x="628651" y="1391160"/>
            <a:ext cx="11106150" cy="1689100"/>
          </a:xfrm>
          <a:prstGeom prst="rect">
            <a:avLst/>
          </a:prstGeom>
          <a:noFill/>
        </p:spPr>
        <p:txBody>
          <a:bodyPr wrap="square" rtlCol="false">
            <a:spAutoFit/>
          </a:bodyPr>
          <a:lstStyle/>
          <a:p>
            <a:pPr marL="285750" indent="-285750">
              <a:lnSpc>
                <a:spcPct val="150000"/>
              </a:lnSpc>
              <a:buFont typeface="Arial" charset="0"/>
              <a:buChar char="•"/>
            </a:pPr>
            <a:r>
              <a:rPr lang="en-US" sz="1600">
                <a:solidFill>
                  <a:srgbClr val="9E008B">
                    <a:alpha val="100000"/>
                  </a:srgbClr>
                </a:solidFill>
                <a:latin typeface="思源黑体 CN Bold"/>
                <a:ea typeface="思源黑体 CN Bold"/>
                <a:cs typeface="+mn-cs"/>
                <a:sym typeface="等线"/>
              </a:rPr>
              <a:t>LLM</a:t>
            </a:r>
            <a:r>
              <a:rPr lang="zh-CN" sz="1600">
                <a:solidFill>
                  <a:srgbClr val="9E008B">
                    <a:alpha val="100000"/>
                  </a:srgbClr>
                </a:solidFill>
                <a:latin typeface="思源黑体 CN Bold"/>
                <a:ea typeface="思源黑体 CN Bold"/>
                <a:cs typeface="+mn-cs"/>
                <a:sym typeface="等线"/>
              </a:rPr>
              <a:t>可以扮演不同角色</a:t>
            </a:r>
            <a:endParaRPr lang="en-US" sz="100">
              <a:latin typeface="等线"/>
              <a:ea typeface="微软雅黑"/>
              <a:cs typeface="+mn-cs"/>
              <a:sym typeface="等线"/>
            </a:endParaRPr>
          </a:p>
          <a:p>
            <a:pPr indent="0">
              <a:lnSpc>
                <a:spcPct val="150000"/>
              </a:lnSpc>
              <a:buNone/>
            </a:pPr>
            <a:r>
              <a:rPr lang="en-US" sz="1300">
                <a:solidFill>
                  <a:srgbClr val="222222">
                    <a:alpha val="100000"/>
                  </a:srgbClr>
                </a:solidFill>
                <a:highlight>
                  <a:srgbClr val="FFFFFF">
                    <a:alpha val="100000"/>
                  </a:srgbClr>
                </a:highlight>
                <a:latin typeface="Arial"/>
                <a:ea typeface="Arial"/>
                <a:cs typeface="+mn-cs"/>
              </a:rPr>
              <a:t>[14]</a:t>
            </a:r>
            <a:r>
              <a:rPr sz="1300">
                <a:solidFill>
                  <a:srgbClr val="222222">
                    <a:alpha val="100000"/>
                  </a:srgbClr>
                </a:solidFill>
                <a:highlight>
                  <a:srgbClr val="FFFFFF">
                    <a:alpha val="100000"/>
                  </a:srgbClr>
                </a:highlight>
                <a:latin typeface="Arial"/>
                <a:ea typeface="Arial"/>
                <a:cs typeface="+mn-cs"/>
              </a:rPr>
              <a:t>Jeon J, Lee S. Large language models in education: A focus on the complementary relationship between human teachers and ChatGPT[J]. Education and Information Technologies, 2023, 28(12): 15873-15892.</a:t>
            </a:r>
            <a:endParaRPr/>
          </a:p>
          <a:p>
            <a:pPr>
              <a:lnSpc>
                <a:spcPct val="150000"/>
              </a:lnSpc>
            </a:pPr>
            <a:r>
              <a:rPr lang="en-US" sz="1400">
                <a:solidFill>
                  <a:schemeClr val="tx1">
                    <a:lumMod val="85000"/>
                    <a:lumOff val="15000"/>
                    <a:alpha val="100000"/>
                  </a:schemeClr>
                </a:solidFill>
                <a:latin typeface="思源黑体 CN Normal"/>
                <a:ea typeface="思源黑体 CN Normal"/>
                <a:cs typeface="+mn-cs"/>
                <a:sym typeface="等线"/>
              </a:rPr>
              <a:t>ChatGPT</a:t>
            </a:r>
            <a:r>
              <a:rPr lang="zh-CN" sz="1400">
                <a:solidFill>
                  <a:schemeClr val="tx1">
                    <a:lumMod val="85000"/>
                    <a:lumOff val="15000"/>
                    <a:alpha val="100000"/>
                  </a:schemeClr>
                </a:solidFill>
                <a:latin typeface="思源黑体 CN Normal"/>
                <a:ea typeface="思源黑体 CN Normal"/>
                <a:cs typeface="+mn-cs"/>
                <a:sym typeface="等线"/>
              </a:rPr>
              <a:t>在教育中的</a:t>
            </a:r>
            <a:r>
              <a:rPr lang="zh-CN" sz="1400">
                <a:solidFill>
                  <a:srgbClr val="FF0000">
                    <a:alpha val="100000"/>
                  </a:srgbClr>
                </a:solidFill>
                <a:latin typeface="思源黑体 CN Normal"/>
                <a:ea typeface="思源黑体 CN Normal"/>
                <a:cs typeface="+mn-cs"/>
                <a:sym typeface="等线"/>
              </a:rPr>
              <a:t>四种角色：对话者、内容提供者、教学助手和评估者</a:t>
            </a:r>
            <a:r>
              <a:rPr lang="zh-CN" sz="1400">
                <a:solidFill>
                  <a:schemeClr val="tx1">
                    <a:lumMod val="85000"/>
                    <a:lumOff val="15000"/>
                    <a:alpha val="100000"/>
                  </a:schemeClr>
                </a:solidFill>
                <a:latin typeface="思源黑体 CN Normal"/>
                <a:ea typeface="思源黑体 CN Normal"/>
                <a:cs typeface="+mn-cs"/>
                <a:sym typeface="等线"/>
              </a:rPr>
              <a:t>。同时，也强调了教师在使用</a:t>
            </a:r>
            <a:r>
              <a:rPr lang="en-US" sz="1400">
                <a:solidFill>
                  <a:schemeClr val="tx1">
                    <a:lumMod val="85000"/>
                    <a:lumOff val="15000"/>
                    <a:alpha val="100000"/>
                  </a:schemeClr>
                </a:solidFill>
                <a:latin typeface="思源黑体 CN Normal"/>
                <a:ea typeface="思源黑体 CN Normal"/>
                <a:cs typeface="+mn-cs"/>
                <a:sym typeface="等线"/>
              </a:rPr>
              <a:t>AI</a:t>
            </a:r>
            <a:r>
              <a:rPr lang="zh-CN" sz="1400">
                <a:solidFill>
                  <a:schemeClr val="tx1">
                    <a:lumMod val="85000"/>
                    <a:lumOff val="15000"/>
                    <a:alpha val="100000"/>
                  </a:schemeClr>
                </a:solidFill>
                <a:latin typeface="思源黑体 CN Normal"/>
                <a:ea typeface="思源黑体 CN Normal"/>
                <a:cs typeface="+mn-cs"/>
                <a:sym typeface="等线"/>
              </a:rPr>
              <a:t>工具时的三个重要角色：协调不同资源并做出高质量的教学决策、使学生成为积极的探究者以及提高对使用</a:t>
            </a:r>
            <a:r>
              <a:rPr lang="en-US" sz="1400">
                <a:solidFill>
                  <a:schemeClr val="tx1">
                    <a:lumMod val="85000"/>
                    <a:lumOff val="15000"/>
                    <a:alpha val="100000"/>
                  </a:schemeClr>
                </a:solidFill>
                <a:latin typeface="思源黑体 CN Normal"/>
                <a:ea typeface="思源黑体 CN Normal"/>
                <a:cs typeface="+mn-cs"/>
                <a:sym typeface="等线"/>
              </a:rPr>
              <a:t>AI</a:t>
            </a:r>
            <a:r>
              <a:rPr lang="zh-CN" sz="1400">
                <a:solidFill>
                  <a:schemeClr val="tx1">
                    <a:lumMod val="85000"/>
                    <a:lumOff val="15000"/>
                    <a:alpha val="100000"/>
                  </a:schemeClr>
                </a:solidFill>
                <a:latin typeface="思源黑体 CN Normal"/>
                <a:ea typeface="思源黑体 CN Normal"/>
                <a:cs typeface="+mn-cs"/>
                <a:sym typeface="等线"/>
              </a:rPr>
              <a:t>的伦理意识。</a:t>
            </a:r>
            <a:endParaRPr/>
          </a:p>
        </p:txBody>
      </p:sp>
      <p:sp>
        <p:nvSpPr>
          <p:cNvPr id="74" name="矩形: 圆角 10"/>
          <p:cNvSpPr/>
          <p:nvPr/>
        </p:nvSpPr>
        <p:spPr bwMode="auto">
          <a:xfrm>
            <a:off x="3930710" y="789943"/>
            <a:ext cx="3986251"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algn="ctr">
              <a:lnSpc>
                <a:spcPct val="90000"/>
              </a:lnSpc>
            </a:pPr>
            <a:r>
              <a:rPr lang="zh-CN" altLang="en-US" sz="24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rPr>
              <a:t>方案类相关工作</a:t>
            </a:r>
            <a:endParaRPr lang="en-US" sz="24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endParaRPr>
          </a:p>
        </p:txBody>
      </p:sp>
      <p:sp>
        <p:nvSpPr>
          <p:cNvPr id="75" name=""/>
          <p:cNvSpPr txBox="true"/>
          <p:nvPr/>
        </p:nvSpPr>
        <p:spPr>
          <a:xfrm rot="0" flipH="false" flipV="false">
            <a:off x="628651" y="3080260"/>
            <a:ext cx="11106150" cy="1460500"/>
          </a:xfrm>
          <a:prstGeom prst="rect">
            <a:avLst/>
          </a:prstGeom>
          <a:ln w="12700">
            <a:prstDash val="solid"/>
            <a:miter lim="800000"/>
          </a:ln>
        </p:spPr>
        <p:txBody>
          <a:bodyPr>
            <a:spAutoFit/>
          </a:bodyPr>
          <a:p>
            <a:pPr marL="285750" lvl="0" indent="-285750" algn="l" defTabSz="914400">
              <a:lnSpc>
                <a:spcPct val="150000"/>
              </a:lnSpc>
              <a:buFont typeface="Arial" charset="0"/>
              <a:buChar char="•"/>
              <a:defRPr sz="1800">
                <a:solidFill>
                  <a:schemeClr val="tx1">
                    <a:alpha val="100000"/>
                  </a:schemeClr>
                </a:solidFill>
                <a:latin typeface="等线"/>
                <a:ea typeface="等线"/>
                <a:cs typeface="+mn-cs"/>
              </a:defRPr>
            </a:pPr>
            <a:r>
              <a:rPr lang="en-US" sz="1600" b="false" i="false" u="none" strike="noStrike">
                <a:solidFill>
                  <a:srgbClr val="9E008B">
                    <a:alpha val="100000"/>
                  </a:srgbClr>
                </a:solidFill>
                <a:latin typeface="思源黑体 CN Bold"/>
                <a:ea typeface="思源黑体 CN Bold"/>
                <a:cs typeface="+mn-cs"/>
                <a:sym typeface="等线"/>
              </a:rPr>
              <a:t>LLMs能够针对演示的内容、表达和语言运用提供反馈 </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r>
              <a:rPr lang="zh-CN" sz="1300" b="false" i="false" u="none" strike="noStrike">
                <a:solidFill>
                  <a:srgbClr val="222222">
                    <a:alpha val="100000"/>
                  </a:srgbClr>
                </a:solidFill>
                <a:highlight>
                  <a:srgbClr val="FFFFFF">
                    <a:alpha val="100000"/>
                  </a:srgbClr>
                </a:highlight>
                <a:latin typeface="Arial"/>
                <a:ea typeface="Arial"/>
                <a:cs typeface="+mn-cs"/>
              </a:rPr>
              <a:t>[15] Jingheng Ye, Shen Wang, Deqing Zou, Yibo Yan, Kun Wang, Hai-Tao Zheng, Zenglin Xu, Irwin King, Philip S. Yu, Qingsong Wen:</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r>
              <a:rPr lang="zh-CN" sz="1300" b="false" i="false" u="none" strike="noStrike">
                <a:solidFill>
                  <a:srgbClr val="222222">
                    <a:alpha val="100000"/>
                  </a:srgbClr>
                </a:solidFill>
                <a:highlight>
                  <a:srgbClr val="FFFFFF">
                    <a:alpha val="100000"/>
                  </a:srgbClr>
                </a:highlight>
                <a:latin typeface="Arial"/>
                <a:ea typeface="Arial"/>
                <a:cs typeface="+mn-cs"/>
              </a:rPr>
              <a:t>Position: LLMs Can be Good Tutors in Foreign Language Education.</a:t>
            </a:r>
            <a:r>
              <a:rPr lang="zh-CN" sz="1300" b="false" i="false" u="none" strike="noStrike">
                <a:solidFill>
                  <a:srgbClr val="222222">
                    <a:alpha val="100000"/>
                  </a:srgbClr>
                </a:solidFill>
                <a:highlight>
                  <a:srgbClr val="FFFFFF">
                    <a:alpha val="100000"/>
                  </a:srgbClr>
                </a:highlight>
                <a:latin typeface="Arial"/>
                <a:ea typeface="Arial"/>
                <a:cs typeface="+mn-cs"/>
              </a:rPr>
              <a:t> </a:t>
            </a:r>
            <a:r>
              <a:rPr lang="zh-CN" sz="1300" b="false" i="false" u="none" strike="noStrike">
                <a:solidFill>
                  <a:srgbClr val="222222">
                    <a:alpha val="100000"/>
                  </a:srgbClr>
                </a:solidFill>
                <a:highlight>
                  <a:srgbClr val="FFFFFF">
                    <a:alpha val="100000"/>
                  </a:srgbClr>
                </a:highlight>
                <a:latin typeface="Arial"/>
                <a:ea typeface="Arial"/>
                <a:cs typeface="+mn-cs"/>
              </a:rPr>
              <a:t>CoRR abs/2502.05467 (2025)</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endParaRPr lang="en-US" sz="1400">
              <a:solidFill>
                <a:srgbClr val="000000">
                  <a:alpha val="100000"/>
                </a:srgbClr>
              </a:solidFill>
              <a:latin typeface="-apple-system"/>
              <a:ea typeface="-apple-system"/>
              <a:cs typeface="+mn-cs"/>
            </a:endParaRPr>
          </a:p>
          <a:p>
            <a:pPr marL="0" lvl="0" algn="l" defTabSz="914400">
              <a:lnSpc>
                <a:spcPct val="100000"/>
              </a:lnSpc>
              <a:defRPr sz="1800">
                <a:solidFill>
                  <a:schemeClr val="tx1">
                    <a:alpha val="100000"/>
                  </a:schemeClr>
                </a:solidFill>
                <a:latin typeface="等线"/>
                <a:ea typeface="等线"/>
                <a:cs typeface="+mn-cs"/>
              </a:defRPr>
            </a:pPr>
            <a:r>
              <a:rPr lang="zh-CN" sz="1300" b="false" i="false" u="none" strike="noStrike">
                <a:solidFill>
                  <a:srgbClr val="222222">
                    <a:alpha val="100000"/>
                  </a:srgbClr>
                </a:solidFill>
                <a:highlight>
                  <a:srgbClr val="FFFFFF">
                    <a:alpha val="100000"/>
                  </a:srgbClr>
                </a:highlight>
                <a:latin typeface="Arial"/>
                <a:ea typeface="Arial"/>
                <a:cs typeface="+mn-cs"/>
              </a:rPr>
              <a:t>[16] Huashan Sun, Yixiao Wu, Yizhe Yang, Yinghao Li, Jiawei Li, Yuhao Ye, Yang Gao:</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r>
              <a:rPr lang="zh-CN" sz="1300" b="false" i="false" u="none" strike="noStrike">
                <a:solidFill>
                  <a:srgbClr val="222222">
                    <a:alpha val="100000"/>
                  </a:srgbClr>
                </a:solidFill>
                <a:highlight>
                  <a:srgbClr val="FFFFFF">
                    <a:alpha val="100000"/>
                  </a:srgbClr>
                </a:highlight>
                <a:latin typeface="Arial"/>
                <a:ea typeface="Arial"/>
                <a:cs typeface="+mn-cs"/>
              </a:rPr>
              <a:t>PSST: A Benchmark for Evaluation-driven Text Public-Speaking Style Transfer.</a:t>
            </a:r>
            <a:r>
              <a:rPr lang="zh-CN" sz="1300" b="false" i="false" u="none" strike="noStrike">
                <a:solidFill>
                  <a:srgbClr val="222222">
                    <a:alpha val="100000"/>
                  </a:srgbClr>
                </a:solidFill>
                <a:highlight>
                  <a:srgbClr val="FFFFFF">
                    <a:alpha val="100000"/>
                  </a:srgbClr>
                </a:highlight>
                <a:latin typeface="Arial"/>
                <a:ea typeface="Arial"/>
                <a:cs typeface="+mn-cs"/>
              </a:rPr>
              <a:t> </a:t>
            </a:r>
            <a:r>
              <a:rPr lang="zh-CN" sz="1300" b="false" i="false" u="none" strike="noStrike">
                <a:solidFill>
                  <a:srgbClr val="222222">
                    <a:alpha val="100000"/>
                  </a:srgbClr>
                </a:solidFill>
                <a:highlight>
                  <a:srgbClr val="FFFFFF">
                    <a:alpha val="100000"/>
                  </a:srgbClr>
                </a:highlight>
                <a:latin typeface="Arial"/>
                <a:ea typeface="Arial"/>
                <a:cs typeface="+mn-cs"/>
              </a:rPr>
              <a:t>EMNLP (Findings) 2024: 8438-8471</a:t>
            </a:r>
            <a:endParaRPr sz="1800">
              <a:solidFill>
                <a:schemeClr val="tx1">
                  <a:alpha val="100000"/>
                </a:schemeClr>
              </a:solidFill>
              <a:latin typeface="等线"/>
              <a:ea typeface="等线"/>
              <a:cs typeface="+mn-cs"/>
            </a:endParaRPr>
          </a:p>
        </p:txBody>
      </p:sp>
      <p:sp>
        <p:nvSpPr>
          <p:cNvPr id="76" name=""/>
          <p:cNvSpPr txBox="true"/>
          <p:nvPr/>
        </p:nvSpPr>
        <p:spPr>
          <a:xfrm rot="0" flipH="false" flipV="false">
            <a:off x="628651" y="4559810"/>
            <a:ext cx="6096000" cy="457200"/>
          </a:xfrm>
          <a:prstGeom prst="rect"/>
        </p:spPr>
        <p:txBody>
          <a:bodyPr>
            <a:spAutoFit/>
          </a:bodyPr>
          <a:p>
            <a:pPr marL="285750" lvl="0" indent="-285750" algn="l" defTabSz="914400">
              <a:lnSpc>
                <a:spcPct val="150000"/>
              </a:lnSpc>
              <a:buFont typeface="Arial" charset="0"/>
              <a:buChar char="•"/>
              <a:defRPr sz="1800">
                <a:solidFill>
                  <a:schemeClr val="tx1">
                    <a:alpha val="100000"/>
                  </a:schemeClr>
                </a:solidFill>
                <a:latin typeface="等线"/>
                <a:ea typeface="等线"/>
                <a:cs typeface="+mn-cs"/>
              </a:defRPr>
            </a:pPr>
            <a:r>
              <a:rPr lang="en-US" sz="1600" b="false" i="false" u="none" strike="noStrike">
                <a:solidFill>
                  <a:srgbClr val="9E008B">
                    <a:alpha val="100000"/>
                  </a:srgbClr>
                </a:solidFill>
                <a:latin typeface="思源黑体 CN Bold"/>
                <a:ea typeface="思源黑体 CN Bold"/>
                <a:cs typeface="+mn-cs"/>
                <a:sym typeface="等线"/>
              </a:rPr>
              <a:t>利用LLM模拟听众提问</a:t>
            </a:r>
            <a:endParaRPr sz="1800">
              <a:solidFill>
                <a:schemeClr val="tx1">
                  <a:alpha val="100000"/>
                </a:schemeClr>
              </a:solidFill>
              <a:latin typeface="等线"/>
              <a:ea typeface="等线"/>
              <a:cs typeface="+mn-cs"/>
            </a:endParaRPr>
          </a:p>
        </p:txBody>
      </p:sp>
      <p:sp>
        <p:nvSpPr>
          <p:cNvPr id="77" name=""/>
          <p:cNvSpPr txBox="true"/>
          <p:nvPr/>
        </p:nvSpPr>
        <p:spPr>
          <a:xfrm rot="0" flipH="false" flipV="false">
            <a:off x="628651" y="5048760"/>
            <a:ext cx="10579100" cy="1873250"/>
          </a:xfrm>
          <a:prstGeom prst="rect"/>
        </p:spPr>
        <p:txBody>
          <a:bodyPr>
            <a:spAutoFit/>
          </a:bodyPr>
          <a:p>
            <a:pPr marL="0" lvl="0" indent="0" algn="l" defTabSz="914400">
              <a:lnSpc>
                <a:spcPct val="150000"/>
              </a:lnSpc>
              <a:defRPr sz="1800">
                <a:solidFill>
                  <a:schemeClr val="tx1">
                    <a:alpha val="100000"/>
                  </a:schemeClr>
                </a:solidFill>
                <a:latin typeface="等线"/>
                <a:ea typeface="等线"/>
                <a:cs typeface="+mn-cs"/>
              </a:defRPr>
            </a:pPr>
            <a:r>
              <a:rPr lang="zh-CN" sz="1300" b="false" i="false" u="none" strike="noStrike">
                <a:solidFill>
                  <a:srgbClr val="222222">
                    <a:alpha val="100000"/>
                  </a:srgbClr>
                </a:solidFill>
                <a:highlight>
                  <a:srgbClr val="FFFFFF">
                    <a:alpha val="100000"/>
                  </a:srgbClr>
                </a:highlight>
                <a:latin typeface="Arial"/>
                <a:ea typeface="Arial"/>
                <a:cs typeface="+mn-cs"/>
              </a:rPr>
              <a:t>[17] Michael J. Q. Zhang, W. Bradley Knox, Eunsol Choi: Modeling Future Conversation Turns to Teach LLMs to Ask Clarifying Questions. ICLR 2025.</a:t>
            </a:r>
            <a:endParaRPr sz="1800">
              <a:solidFill>
                <a:schemeClr val="tx1">
                  <a:alpha val="100000"/>
                </a:schemeClr>
              </a:solidFill>
              <a:latin typeface="等线"/>
              <a:ea typeface="等线"/>
              <a:cs typeface="+mn-cs"/>
            </a:endParaRPr>
          </a:p>
          <a:p>
            <a:pPr marL="0" lvl="0" indent="0" algn="l" defTabSz="914400">
              <a:lnSpc>
                <a:spcPct val="150000"/>
              </a:lnSpc>
              <a:defRPr sz="1800">
                <a:solidFill>
                  <a:schemeClr val="tx1">
                    <a:alpha val="100000"/>
                  </a:schemeClr>
                </a:solidFill>
                <a:latin typeface="等线"/>
                <a:ea typeface="等线"/>
                <a:cs typeface="+mn-cs"/>
              </a:defRPr>
            </a:pPr>
            <a:r>
              <a:rPr lang="zh-CN" sz="1300" b="false" i="false" u="none" strike="noStrike">
                <a:solidFill>
                  <a:srgbClr val="222222">
                    <a:alpha val="100000"/>
                  </a:srgbClr>
                </a:solidFill>
                <a:highlight>
                  <a:srgbClr val="FFFFFF">
                    <a:alpha val="100000"/>
                  </a:srgbClr>
                </a:highlight>
                <a:latin typeface="Arial"/>
                <a:ea typeface="Arial"/>
                <a:cs typeface="+mn-cs"/>
              </a:rPr>
              <a:t>通过提供演示主题和听众信息，可以引导LLMs生成潜在的听众问题。</a:t>
            </a:r>
            <a:endParaRPr sz="1800">
              <a:solidFill>
                <a:schemeClr val="tx1">
                  <a:alpha val="100000"/>
                </a:schemeClr>
              </a:solidFill>
              <a:latin typeface="等线"/>
              <a:ea typeface="等线"/>
              <a:cs typeface="+mn-cs"/>
            </a:endParaRPr>
          </a:p>
          <a:p>
            <a:pPr marL="0" lvl="0" indent="0" algn="l" defTabSz="914400">
              <a:lnSpc>
                <a:spcPct val="150000"/>
              </a:lnSpc>
              <a:defRPr sz="1800">
                <a:solidFill>
                  <a:schemeClr val="tx1">
                    <a:alpha val="100000"/>
                  </a:schemeClr>
                </a:solidFill>
                <a:latin typeface="等线"/>
                <a:ea typeface="等线"/>
                <a:cs typeface="+mn-cs"/>
              </a:defRPr>
            </a:pPr>
            <a:r>
              <a:rPr lang="zh-CN" sz="1300" b="false" i="false" u="none" strike="noStrike">
                <a:solidFill>
                  <a:srgbClr val="222222">
                    <a:alpha val="100000"/>
                  </a:srgbClr>
                </a:solidFill>
                <a:highlight>
                  <a:srgbClr val="FFFFFF">
                    <a:alpha val="100000"/>
                  </a:srgbClr>
                </a:highlight>
                <a:latin typeface="Arial"/>
                <a:ea typeface="Arial"/>
                <a:cs typeface="+mn-cs"/>
              </a:rPr>
              <a:t>[18] Zheyuan Zhang, Daniel Zhang-Li, Jifan Yu, Linlu Gong, Jinchang Zhou, Zhiyuan Liu, Lei Hou, Juanzi Li: Simulating Classroom Education with LLM-Empowered Agents. CoRR abs/2406.19226 (2024)</a:t>
            </a:r>
            <a:endParaRPr sz="1800">
              <a:solidFill>
                <a:schemeClr val="tx1">
                  <a:alpha val="100000"/>
                </a:schemeClr>
              </a:solidFill>
              <a:latin typeface="等线"/>
              <a:ea typeface="等线"/>
              <a:cs typeface="+mn-cs"/>
            </a:endParaRPr>
          </a:p>
          <a:p>
            <a:pPr marL="0" lvl="0" indent="0" algn="l" defTabSz="914400">
              <a:lnSpc>
                <a:spcPct val="150000"/>
              </a:lnSpc>
              <a:defRPr sz="1800">
                <a:solidFill>
                  <a:schemeClr val="tx1">
                    <a:alpha val="100000"/>
                  </a:schemeClr>
                </a:solidFill>
                <a:latin typeface="等线"/>
                <a:ea typeface="等线"/>
                <a:cs typeface="+mn-cs"/>
              </a:defRPr>
            </a:pPr>
            <a:r>
              <a:rPr lang="zh-CN" sz="1300" b="false" i="false" u="none" strike="noStrike">
                <a:solidFill>
                  <a:srgbClr val="222222">
                    <a:alpha val="100000"/>
                  </a:srgbClr>
                </a:solidFill>
                <a:highlight>
                  <a:srgbClr val="FFFFFF">
                    <a:alpha val="100000"/>
                  </a:srgbClr>
                </a:highlight>
                <a:latin typeface="Arial"/>
                <a:ea typeface="Arial"/>
                <a:cs typeface="+mn-cs"/>
              </a:rPr>
              <a:t>LLMs可以模拟听众并提出问题，使口语练习更具真实感。</a:t>
            </a:r>
            <a:endParaRPr sz="1800">
              <a:solidFill>
                <a:schemeClr val="tx1">
                  <a:alpha val="100000"/>
                </a:schemeClr>
              </a:solidFill>
              <a:latin typeface="等线"/>
              <a:ea typeface="等线"/>
              <a:cs typeface="+mn-cs"/>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timing>
    <p:tnLst>
      <p:par>
        <p:cTn dur="indefinite" restart="never" nodeType="tmRoot">
          <p:childTnLst>
            <p:seq concurrent="true" nextAc="seek">
              <p:cTn dur="indefinite" nodeType="mainSeq">
                <p:childTnLst>
                  <p:par>
                    <p:cTn fill="hold">
                      <p:stCondLst>
                        <p:cond delay="indefinite"/>
                      </p:stCondLst>
                      <p:childTnLst>
                        <p:par>
                          <p:cTn fill="hold">
                            <p:stCondLst>
                              <p:cond delay="0"/>
                            </p:stCondLst>
                            <p:childTnLst>
                              <p:par>
                                <p:cTn id="64" presetID="42" presetClass="path" presetSubtype="0" decel="100000" fill="hold" grpId="1" nodeType="withEffect">
                                  <p:stCondLst>
                                    <p:cond delay="0"/>
                                  </p:stCondLst>
                                  <p:childTnLst>
                                    <p:animMotion origin="layout" path="M -1.04167E-6 -3.7037E-7 L -1.04167E-6 0.07755 " pathEditMode="relative" rAng="0" ptsTypes="AA">
                                      <p:cBhvr>
                                        <p:cTn id="65" dur="300" spd="-100000" fill="hold"/>
                                        <p:tgtEl>
                                          <p:spTgt spid="73"/>
                                        </p:tgtEl>
                                        <p:attrNameLst>
                                          <p:attrName>ppt_x</p:attrName>
                                          <p:attrName>ppt_y</p:attrName>
                                        </p:attrNameLst>
                                      </p:cBhvr>
                                      <p:rCtr x="0" y="3866"/>
                                    </p:animMotion>
                                  </p:childTnLst>
                                </p:cTn>
                              </p:par>
                            </p:childTnLst>
                          </p:cTn>
                        </p:par>
                        <p:par>
                          <p:cTn fill="hold">
                            <p:stCondLst>
                              <p:cond delay="0"/>
                            </p:stCondLst>
                            <p:childTnLst>
                              <p:par>
                                <p:cTn id="66" presetID="10" presetClass="entr" presetSubtype="0" fill="hold" grpId="0" nodeType="afterEffect">
                                  <p:stCondLst>
                                    <p:cond delay="0"/>
                                  </p:stCondLst>
                                  <p:childTnLst>
                                    <p:set>
                                      <p:cBhvr>
                                        <p:cTn id="67" dur="1" fill="hold">
                                          <p:stCondLst>
                                            <p:cond delay="0"/>
                                          </p:stCondLst>
                                        </p:cTn>
                                        <p:tgtEl>
                                          <p:spTgt spid="73"/>
                                        </p:tgtEl>
                                        <p:attrNameLst>
                                          <p:attrName>style.visibility</p:attrName>
                                        </p:attrNameLst>
                                      </p:cBhvr>
                                      <p:to>
                                        <p:strVal val="visible"/>
                                      </p:to>
                                    </p:set>
                                    <p:animEffect transition="in" filter="fade">
                                      <p:cBhvr>
                                        <p:cTn id="68" dur="300"/>
                                        <p:tgtEl>
                                          <p:spTgt spid="73"/>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5.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78" name=""/>
        <p:cNvGrpSpPr/>
        <p:nvPr/>
      </p:nvGrpSpPr>
      <p:grpSpPr>
        <a:xfrm>
          <a:off x="0" y="0"/>
          <a:ext cx="0" cy="0"/>
          <a:chOff x="0" y="0"/>
          <a:chExt cx="0" cy="0"/>
        </a:xfrm>
      </p:grpSpPr>
      <p:sp>
        <p:nvSpPr>
          <p:cNvPr id="79" name="矩形: 圆角 7"/>
          <p:cNvSpPr/>
          <p:nvPr/>
        </p:nvSpPr>
        <p:spPr bwMode="auto">
          <a:xfrm>
            <a:off x="3930710" y="789943"/>
            <a:ext cx="3986251" cy="533931"/>
          </a:xfrm>
          <a:prstGeom prst="roundRect">
            <a:avLst>
              <a:gd name="adj" fmla="val 9605"/>
            </a:avLst>
          </a:prstGeom>
          <a:solidFill>
            <a:schemeClr val="bg1"/>
          </a:solidFill>
          <a:ln w="10795" cap="flat" cmpd="sng" algn="ctr">
            <a:noFill/>
            <a:prstDash val="solid"/>
          </a:ln>
          <a:effectLst>
            <a:outerShdw blurRad="317500" dist="50800" dir="8400000" algn="tl" rotWithShape="false">
              <a:prstClr val="black">
                <a:alpha val="12000"/>
              </a:prstClr>
            </a:outerShdw>
          </a:effectLst>
        </p:spPr>
        <p:style>
          <a:lnRef idx="1">
            <a:schemeClr val="accent2"/>
          </a:lnRef>
          <a:fillRef idx="3">
            <a:schemeClr val="accent2"/>
          </a:fillRef>
          <a:effectRef idx="2">
            <a:schemeClr val="accent2"/>
          </a:effectRef>
          <a:fontRef idx="minor">
            <a:schemeClr val="lt1"/>
          </a:fontRef>
        </p:style>
        <p:txBody>
          <a:bodyPr rot="0" spcFirstLastPara="false" vert="horz" wrap="square" lIns="0" tIns="0" rIns="0" bIns="0" numCol="1" spcCol="0" rtlCol="false" fromWordArt="false" anchor="ctr" anchorCtr="false" forceAA="false" compatLnSpc="true">
            <a:noAutofit/>
          </a:bodyPr>
          <a:lstStyle/>
          <a:p>
            <a:pPr algn="ctr">
              <a:lnSpc>
                <a:spcPct val="90000"/>
              </a:lnSpc>
            </a:pPr>
            <a:r>
              <a:rPr lang="zh-CN" altLang="en-US" sz="24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rPr>
              <a:t>技术类相关工作</a:t>
            </a:r>
            <a:endParaRPr lang="en-US" sz="2400" spc="300" dirty="false">
              <a:solidFill>
                <a:srgbClr val="9E008B"/>
              </a:solidFill>
              <a:latin typeface="思源黑体 CN Bold" panose="020B0800000000000000" pitchFamily="34" charset="-122"/>
              <a:ea typeface="思源黑体 CN Bold" panose="020B0800000000000000" pitchFamily="34" charset="-122"/>
              <a:sym typeface="等线" panose="02010600030101010101" pitchFamily="2" charset="-122"/>
            </a:endParaRPr>
          </a:p>
        </p:txBody>
      </p:sp>
      <p:sp>
        <p:nvSpPr>
          <p:cNvPr id="80" name="文本占位符 1"/>
          <p:cNvSpPr>
            <a:spLocks noGrp="true"/>
          </p:cNvSpPr>
          <p:nvPr>
            <p:ph type="body" sz="quarter" idx="12"/>
          </p:nvPr>
        </p:nvSpPr>
        <p:spPr>
          <a:xfrm>
            <a:off x="218106" y="81066"/>
            <a:ext cx="410545" cy="401955"/>
          </a:xfrm>
        </p:spPr>
        <p:txBody>
          <a:bodyPr/>
          <a:lstStyle/>
          <a:p>
            <a:pPr/>
            <a:r>
              <a:rPr lang="en-US" altLang="zh-CN" dirty="false">
                <a:latin typeface="等线" panose="02010600030101010101" pitchFamily="2" charset="-122"/>
                <a:sym typeface="等线" panose="02010600030101010101" pitchFamily="2" charset="-122"/>
              </a:rPr>
              <a:t>2</a:t>
            </a:r>
            <a:endParaRPr lang="zh-CN" altLang="en-US" dirty="false">
              <a:latin typeface="等线" panose="02010600030101010101" pitchFamily="2" charset="-122"/>
              <a:sym typeface="等线" panose="02010600030101010101" pitchFamily="2" charset="-122"/>
            </a:endParaRPr>
          </a:p>
        </p:txBody>
      </p:sp>
      <p:sp>
        <p:nvSpPr>
          <p:cNvPr id="81" name="文本占位符 2"/>
          <p:cNvSpPr>
            <a:spLocks noGrp="true"/>
          </p:cNvSpPr>
          <p:nvPr>
            <p:ph type="body" sz="quarter" idx="13"/>
          </p:nvPr>
        </p:nvSpPr>
        <p:spPr>
          <a:xfrm>
            <a:off x="816623" y="76295"/>
            <a:ext cx="3215623" cy="401955"/>
          </a:xfrm>
        </p:spPr>
        <p:txBody>
          <a:bodyPr/>
          <a:lstStyle/>
          <a:p>
            <a:pPr/>
            <a:r>
              <a:rPr lang="zh-CN" altLang="en-US" dirty="false"/>
              <a:t>相关工作</a:t>
            </a:r>
            <a:endParaRPr lang="zh-CN" altLang="en-US" dirty="false"/>
          </a:p>
        </p:txBody>
      </p:sp>
      <p:sp>
        <p:nvSpPr>
          <p:cNvPr id="82" name="文本框 10"/>
          <p:cNvSpPr txBox="true"/>
          <p:nvPr/>
        </p:nvSpPr>
        <p:spPr>
          <a:xfrm>
            <a:off x="628651" y="1511871"/>
            <a:ext cx="10941050" cy="4940300"/>
          </a:xfrm>
          <a:prstGeom prst="rect">
            <a:avLst/>
          </a:prstGeom>
          <a:noFill/>
        </p:spPr>
        <p:txBody>
          <a:bodyPr wrap="square" rtlCol="false">
            <a:spAutoFit/>
          </a:bodyPr>
          <a:lstStyle/>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en-US" sz="1800">
                <a:solidFill>
                  <a:srgbClr val="9E008B">
                    <a:alpha val="100000"/>
                  </a:srgbClr>
                </a:solidFill>
                <a:latin typeface="思源黑体 CN Bold"/>
                <a:ea typeface="思源黑体 CN Bold"/>
                <a:cs typeface="+mn-cs"/>
                <a:sym typeface="等线"/>
              </a:rPr>
              <a:t>Spoken Grammar Assessment Using LLM</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r>
              <a:rPr sz="1400">
                <a:solidFill>
                  <a:srgbClr val="000000">
                    <a:alpha val="100000"/>
                  </a:srgbClr>
                </a:solidFill>
                <a:latin typeface="-apple-system"/>
                <a:ea typeface="-apple-system"/>
                <a:cs typeface="+mn-cs"/>
              </a:rPr>
              <a:t>[6] Sunil Kumar Kopparapu, Chitralekha Bhat, Ashish Panda:</a:t>
            </a:r>
            <a:r>
              <a:rPr sz="1400">
                <a:solidFill>
                  <a:srgbClr val="000000">
                    <a:alpha val="100000"/>
                  </a:srgbClr>
                </a:solidFill>
                <a:latin typeface="-apple-system"/>
                <a:ea typeface="-apple-system"/>
                <a:cs typeface="+mn-cs"/>
              </a:rPr>
              <a:t>Spoken Grammar Assessment Using LLM.</a:t>
            </a:r>
            <a:r>
              <a:rPr sz="1400">
                <a:solidFill>
                  <a:srgbClr val="000000">
                    <a:alpha val="100000"/>
                  </a:srgbClr>
                </a:solidFill>
                <a:latin typeface="-apple-system"/>
                <a:ea typeface="-apple-system"/>
                <a:cs typeface="+mn-cs"/>
              </a:rPr>
              <a:t> </a:t>
            </a:r>
            <a:r>
              <a:rPr sz="1400">
                <a:solidFill>
                  <a:srgbClr val="000000">
                    <a:alpha val="100000"/>
                  </a:srgbClr>
                </a:solidFill>
                <a:latin typeface="-apple-system"/>
                <a:ea typeface="-apple-system"/>
                <a:cs typeface="+mn-cs"/>
              </a:rPr>
              <a:t>CoRR abs/2410.01579 (2024)</a:t>
            </a:r>
            <a:endParaRPr sz="1800">
              <a:solidFill>
                <a:schemeClr val="tx1">
                  <a:alpha val="100000"/>
                </a:schemeClr>
              </a:solidFill>
              <a:latin typeface="等线"/>
              <a:ea typeface="等线"/>
              <a:cs typeface="+mn-cs"/>
            </a:endParaRPr>
          </a:p>
          <a:p>
            <a:pPr marL="0" lvl="0" algn="l" defTabSz="914400">
              <a:lnSpc>
                <a:spcPct val="100000"/>
              </a:lnSpc>
              <a:defRPr sz="1800">
                <a:solidFill>
                  <a:schemeClr val="tx1">
                    <a:alpha val="100000"/>
                  </a:schemeClr>
                </a:solidFill>
                <a:latin typeface="等线"/>
                <a:ea typeface="等线"/>
                <a:cs typeface="+mn-cs"/>
              </a:defRPr>
            </a:pPr>
            <a:endParaRPr lang="en-US" sz="1400">
              <a:solidFill>
                <a:srgbClr val="000000">
                  <a:alpha val="100000"/>
                </a:srgbClr>
              </a:solidFill>
              <a:latin typeface="-apple-system"/>
              <a:ea typeface="-apple-system"/>
              <a:cs typeface="+mn-cs"/>
            </a:endParaRPr>
          </a:p>
          <a:p>
            <a:pPr marL="0" lvl="0" algn="l" defTabSz="914400">
              <a:lnSpc>
                <a:spcPct val="100000"/>
              </a:lnSpc>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该文探讨了大语言模型（</a:t>
            </a:r>
            <a:r>
              <a:rPr lang="en-US" sz="1400">
                <a:solidFill>
                  <a:schemeClr val="tx1">
                    <a:lumMod val="85000"/>
                    <a:lumOff val="15000"/>
                    <a:alpha val="100000"/>
                  </a:schemeClr>
                </a:solidFill>
                <a:latin typeface="思源黑体 CN Normal"/>
                <a:ea typeface="思源黑体 CN Normal"/>
                <a:cs typeface="+mn-cs"/>
                <a:sym typeface="等线"/>
              </a:rPr>
              <a:t>LLMs</a:t>
            </a:r>
            <a:r>
              <a:rPr lang="zh-CN" sz="1400">
                <a:solidFill>
                  <a:schemeClr val="tx1">
                    <a:lumMod val="85000"/>
                    <a:lumOff val="15000"/>
                    <a:alpha val="100000"/>
                  </a:schemeClr>
                </a:solidFill>
                <a:latin typeface="思源黑体 CN Normal"/>
                <a:ea typeface="思源黑体 CN Normal"/>
                <a:cs typeface="+mn-cs"/>
                <a:sym typeface="等线"/>
              </a:rPr>
              <a:t>）在</a:t>
            </a:r>
            <a:r>
              <a:rPr lang="zh-CN" sz="1400">
                <a:solidFill>
                  <a:srgbClr val="FF0000">
                    <a:alpha val="100000"/>
                  </a:srgbClr>
                </a:solidFill>
                <a:latin typeface="思源黑体 CN Normal"/>
                <a:ea typeface="思源黑体 CN Normal"/>
                <a:cs typeface="+mn-cs"/>
                <a:sym typeface="等线"/>
              </a:rPr>
              <a:t>提升英语口语技能</a:t>
            </a:r>
            <a:r>
              <a:rPr lang="zh-CN" sz="1400">
                <a:solidFill>
                  <a:schemeClr val="tx1">
                    <a:lumMod val="85000"/>
                    <a:lumOff val="15000"/>
                    <a:alpha val="100000"/>
                  </a:schemeClr>
                </a:solidFill>
                <a:latin typeface="思源黑体 CN Normal"/>
                <a:ea typeface="思源黑体 CN Normal"/>
                <a:cs typeface="+mn-cs"/>
                <a:sym typeface="等线"/>
              </a:rPr>
              <a:t>方面的潜力。其中的指标选取和反馈方式都值得学习，且实现难度可控。</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en-US" sz="1800" b="false" i="false" u="none" strike="noStrike">
                <a:solidFill>
                  <a:srgbClr val="9E008B">
                    <a:alpha val="100000"/>
                  </a:srgbClr>
                </a:solidFill>
                <a:latin typeface="思源黑体 CN Bold"/>
                <a:ea typeface="思源黑体 CN Bold"/>
                <a:cs typeface="+mn-cs"/>
                <a:sym typeface="等线"/>
              </a:rPr>
              <a:t>A Pattern Language for Persona-based Interactions with LLMs</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lang="en-US" sz="1400" b="false" i="false" u="none" strike="noStrike">
                <a:solidFill>
                  <a:srgbClr val="000000">
                    <a:alpha val="100000"/>
                  </a:srgbClr>
                </a:solidFill>
                <a:latin typeface="-apple-system"/>
                <a:ea typeface="-apple-system"/>
                <a:cs typeface="+mn-cs"/>
              </a:rPr>
              <a:t>[19]</a:t>
            </a:r>
            <a:r>
              <a:rPr lang="zh-CN" sz="1400" b="false" i="false" u="none" strike="noStrike">
                <a:solidFill>
                  <a:srgbClr val="000000">
                    <a:alpha val="100000"/>
                  </a:srgbClr>
                </a:solidFill>
                <a:latin typeface="-apple-system"/>
                <a:ea typeface="-apple-system"/>
                <a:cs typeface="+mn-cs"/>
              </a:rPr>
              <a:t>Schreiber W, White J, Schmidt D C. A Pattern Language for Persona-based Interactions with LLMs[J]. 2024.</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该文探讨如何在大型语言模型（LLMs）中引入角色（Persona）以增强人机交互的个性化和一致性</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en-US" sz="1800" b="false" i="false" u="none" strike="noStrike">
                <a:solidFill>
                  <a:srgbClr val="9E008B">
                    <a:alpha val="100000"/>
                  </a:srgbClr>
                </a:solidFill>
                <a:latin typeface="思源黑体 CN Bold"/>
                <a:ea typeface="思源黑体 CN Bold"/>
                <a:cs typeface="+mn-cs"/>
                <a:sym typeface="等线"/>
              </a:rPr>
              <a:t>Facial Sentiment Analysis Using AI Techniques: State-of-the-Art, Taxonomies, and Challenges</a:t>
            </a:r>
            <a:endParaRPr sz="1800">
              <a:solidFill>
                <a:schemeClr val="tx1">
                  <a:alpha val="100000"/>
                </a:schemeClr>
              </a:solidFill>
              <a:latin typeface="等线"/>
              <a:ea typeface="等线"/>
              <a:cs typeface="+mn-cs"/>
            </a:endParaRPr>
          </a:p>
          <a:p>
            <a:pPr marL="0" lvl="0" indent="0" algn="l" defTabSz="914400">
              <a:lnSpc>
                <a:spcPct val="150000"/>
              </a:lnSpc>
              <a:buNone/>
              <a:defRPr sz="1800">
                <a:solidFill>
                  <a:schemeClr val="tx1">
                    <a:alpha val="100000"/>
                  </a:schemeClr>
                </a:solidFill>
                <a:latin typeface="等线"/>
                <a:ea typeface="等线"/>
                <a:cs typeface="+mn-cs"/>
              </a:defRPr>
            </a:pPr>
            <a:r>
              <a:rPr lang="en-US" sz="1400">
                <a:solidFill>
                  <a:srgbClr val="000000">
                    <a:alpha val="100000"/>
                  </a:srgbClr>
                </a:solidFill>
                <a:latin typeface="-apple-system"/>
                <a:ea typeface="-apple-system"/>
                <a:cs typeface="+mn-cs"/>
              </a:rPr>
              <a:t>[20</a:t>
            </a:r>
            <a:r>
              <a:rPr sz="1400">
                <a:solidFill>
                  <a:srgbClr val="000000">
                    <a:alpha val="100000"/>
                  </a:srgbClr>
                </a:solidFill>
                <a:latin typeface="-apple-system"/>
                <a:ea typeface="-apple-system"/>
                <a:cs typeface="+mn-cs"/>
              </a:rPr>
              <a:t>]Keyur Patel, Dev Mehta, Chinmay Mistry, Rajesh Gupta, Sudeep Tanwar, Neeraj Kumar, Mamoun Alazab: Facial Sentiment Analysis Using AI Techniques: State-of-the-Art, Taxonomies, and Challenges. IEEE Access 8: 90495-90519 (2020)</a:t>
            </a:r>
            <a:endParaRPr sz="1800">
              <a:solidFill>
                <a:schemeClr val="tx1">
                  <a:alpha val="100000"/>
                </a:schemeClr>
              </a:solidFill>
              <a:latin typeface="等线"/>
              <a:ea typeface="等线"/>
              <a:cs typeface="+mn-cs"/>
            </a:endParaRPr>
          </a:p>
          <a:p>
            <a:pPr marL="0" lvl="0" indent="0" algn="l" defTabSz="914400">
              <a:lnSpc>
                <a:spcPct val="150000"/>
              </a:lnSpc>
              <a:buNone/>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该文提出了一个针对 FER</a:t>
            </a:r>
            <a:r>
              <a:rPr lang="zh-CN" sz="1400">
                <a:solidFill>
                  <a:schemeClr val="tx1">
                    <a:lumMod val="85000"/>
                    <a:lumOff val="15000"/>
                    <a:alpha val="100000"/>
                  </a:schemeClr>
                </a:solidFill>
                <a:latin typeface="思源黑体 CN Normal"/>
                <a:ea typeface="思源黑体 CN Normal"/>
                <a:cs typeface="+mn-cs"/>
                <a:sym typeface="等线"/>
              </a:rPr>
              <a:t>（</a:t>
            </a:r>
            <a:r>
              <a:rPr lang="zh-CN" sz="1400">
                <a:solidFill>
                  <a:schemeClr val="tx1">
                    <a:lumMod val="85000"/>
                    <a:lumOff val="15000"/>
                    <a:alpha val="100000"/>
                  </a:schemeClr>
                </a:solidFill>
                <a:latin typeface="思源黑体 CN Normal"/>
                <a:ea typeface="思源黑体 CN Normal"/>
                <a:cs typeface="+mn-cs"/>
                <a:sym typeface="等线"/>
              </a:rPr>
              <a:t> </a:t>
            </a:r>
            <a:r>
              <a:rPr lang="zh-CN" sz="1400" b="false" i="false" u="none" strike="noStrike">
                <a:solidFill>
                  <a:schemeClr val="tx1">
                    <a:lumMod val="85000"/>
                    <a:lumOff val="15000"/>
                    <a:alpha val="100000"/>
                  </a:schemeClr>
                </a:solidFill>
                <a:latin typeface="思源黑体 CN Normal"/>
                <a:ea typeface="思源黑体 CN Normal"/>
                <a:cs typeface="+mn-cs"/>
                <a:sym typeface="等线"/>
              </a:rPr>
              <a:t>Facial Expression Recognition</a:t>
            </a:r>
            <a:r>
              <a:rPr lang="zh-CN" sz="1400">
                <a:solidFill>
                  <a:schemeClr val="tx1">
                    <a:lumMod val="85000"/>
                    <a:lumOff val="15000"/>
                    <a:alpha val="100000"/>
                  </a:schemeClr>
                </a:solidFill>
                <a:latin typeface="思源黑体 CN Normal"/>
                <a:ea typeface="思源黑体 CN Normal"/>
                <a:cs typeface="+mn-cs"/>
                <a:sym typeface="等线"/>
              </a:rPr>
              <a:t>）方法的分类体系，涵盖了面部检测、特征提取和情感分类等步骤</a:t>
            </a:r>
            <a:endParaRPr sz="1800">
              <a:solidFill>
                <a:schemeClr val="tx1">
                  <a:alpha val="100000"/>
                </a:schemeClr>
              </a:solidFill>
              <a:latin typeface="等线"/>
              <a:ea typeface="等线"/>
              <a:cs typeface="+mn-cs"/>
            </a:endParaRPr>
          </a:p>
          <a:p>
            <a:pPr marL="342900" lvl="0" indent="-342900" algn="l" defTabSz="914400">
              <a:lnSpc>
                <a:spcPct val="150000"/>
              </a:lnSpc>
              <a:buFont typeface="Arial" panose="020B0604020202020204" pitchFamily="34" charset="0"/>
              <a:buChar char="•"/>
              <a:defRPr sz="1800">
                <a:solidFill>
                  <a:schemeClr val="tx1">
                    <a:alpha val="100000"/>
                  </a:schemeClr>
                </a:solidFill>
                <a:latin typeface="等线"/>
                <a:ea typeface="等线"/>
                <a:cs typeface="+mn-cs"/>
              </a:defRPr>
            </a:pPr>
            <a:r>
              <a:rPr lang="en-US" sz="1800" b="false" i="false" u="none" strike="noStrike">
                <a:solidFill>
                  <a:srgbClr val="9E008B">
                    <a:alpha val="100000"/>
                  </a:srgbClr>
                </a:solidFill>
                <a:latin typeface="思源黑体 CN Bold"/>
                <a:ea typeface="思源黑体 CN Bold"/>
                <a:cs typeface="+mn-cs"/>
                <a:sym typeface="等线"/>
              </a:rPr>
              <a:t>Multilayer Neural Network Based Speech Emotion Recognition for Smart Assistance</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sz="1400">
                <a:solidFill>
                  <a:srgbClr val="000000">
                    <a:alpha val="100000"/>
                  </a:srgbClr>
                </a:solidFill>
                <a:latin typeface="-apple-system"/>
                <a:ea typeface="-apple-system"/>
                <a:cs typeface="+mn-cs"/>
              </a:rPr>
              <a:t>[21]Kumar S, Haq M A, Jain A, et al. Multilayer Neural Network Based Speech Emotion Recognition for Smart Assistance[J]. Computers, Materials &amp; Continua, 2023, 75(1).</a:t>
            </a:r>
            <a:endParaRPr sz="1800">
              <a:solidFill>
                <a:schemeClr val="tx1">
                  <a:alpha val="100000"/>
                </a:schemeClr>
              </a:solidFill>
              <a:latin typeface="等线"/>
              <a:ea typeface="等线"/>
              <a:cs typeface="+mn-cs"/>
            </a:endParaRPr>
          </a:p>
          <a:p>
            <a:pPr marL="0" lvl="0" algn="l" defTabSz="914400">
              <a:lnSpc>
                <a:spcPct val="150000"/>
              </a:lnSpc>
              <a:defRPr sz="1800">
                <a:solidFill>
                  <a:schemeClr val="tx1">
                    <a:alpha val="100000"/>
                  </a:schemeClr>
                </a:solidFill>
                <a:latin typeface="等线"/>
                <a:ea typeface="等线"/>
                <a:cs typeface="+mn-cs"/>
              </a:defRPr>
            </a:pPr>
            <a:r>
              <a:rPr lang="zh-CN" sz="1400">
                <a:solidFill>
                  <a:schemeClr val="tx1">
                    <a:lumMod val="85000"/>
                    <a:lumOff val="15000"/>
                    <a:alpha val="100000"/>
                  </a:schemeClr>
                </a:solidFill>
                <a:latin typeface="思源黑体 CN Normal"/>
                <a:ea typeface="思源黑体 CN Normal"/>
                <a:cs typeface="+mn-cs"/>
                <a:sym typeface="等线"/>
              </a:rPr>
              <a:t>该文提出了一个基于多层神经网络的生物识别系统，能够通过语音识别检测人类情感，并控制电子外围设备以发出警报</a:t>
            </a:r>
            <a:endParaRPr sz="1800">
              <a:solidFill>
                <a:schemeClr val="tx1">
                  <a:alpha val="100000"/>
                </a:schemeClr>
              </a:solidFill>
              <a:latin typeface="等线"/>
              <a:ea typeface="等线"/>
              <a:cs typeface="+mn-cs"/>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timing>
    <p:tnLst>
      <p:par>
        <p:cTn dur="indefinite" restart="never" nodeType="tmRoot">
          <p:childTnLst>
            <p:seq concurrent="true" nextAc="seek">
              <p:cTn dur="indefinite" nodeType="mainSeq">
                <p:childTnLst>
                  <p:par>
                    <p:cTn fill="hold">
                      <p:stCondLst>
                        <p:cond delay="indefinite"/>
                      </p:stCondLst>
                      <p:childTnLst>
                        <p:par>
                          <p:cTn fill="hold">
                            <p:stCondLst>
                              <p:cond delay="0"/>
                            </p:stCondLst>
                            <p:childTnLst>
                              <p:par>
                                <p:cTn id="69" presetID="42" presetClass="path" presetSubtype="0" decel="100000" fill="hold" grpId="1" nodeType="withEffect">
                                  <p:stCondLst>
                                    <p:cond delay="0"/>
                                  </p:stCondLst>
                                  <p:childTnLst>
                                    <p:animMotion origin="layout" path="M -1.04167E-6 4.07407E-6 L -1.04167E-6 0.07754 " pathEditMode="relative" rAng="0" ptsTypes="AA">
                                      <p:cBhvr>
                                        <p:cTn id="70" dur="300" spd="-100000" fill="hold"/>
                                        <p:tgtEl>
                                          <p:spTgt spid="82"/>
                                        </p:tgtEl>
                                        <p:attrNameLst>
                                          <p:attrName>ppt_x</p:attrName>
                                          <p:attrName>ppt_y</p:attrName>
                                        </p:attrNameLst>
                                      </p:cBhvr>
                                      <p:rCtr x="0" y="3866"/>
                                    </p:animMotion>
                                  </p:childTnLst>
                                </p:cTn>
                              </p:par>
                            </p:childTnLst>
                          </p:cTn>
                        </p:par>
                        <p:par>
                          <p:cTn fill="hold">
                            <p:stCondLst>
                              <p:cond delay="0"/>
                            </p:stCondLst>
                            <p:childTnLst>
                              <p:par>
                                <p:cTn id="71" presetID="10" presetClass="entr" presetSubtype="0" fill="hold" grpId="0" nodeType="afterEffect">
                                  <p:stCondLst>
                                    <p:cond delay="0"/>
                                  </p:stCondLst>
                                  <p:childTnLst>
                                    <p:set>
                                      <p:cBhvr>
                                        <p:cTn id="72" dur="1" fill="hold">
                                          <p:stCondLst>
                                            <p:cond delay="0"/>
                                          </p:stCondLst>
                                        </p:cTn>
                                        <p:tgtEl>
                                          <p:spTgt spid="82"/>
                                        </p:tgtEl>
                                        <p:attrNameLst>
                                          <p:attrName>style.visibility</p:attrName>
                                        </p:attrNameLst>
                                      </p:cBhvr>
                                      <p:to>
                                        <p:strVal val="visible"/>
                                      </p:to>
                                    </p:set>
                                    <p:animEffect transition="in" filter="fade">
                                      <p:cBhvr>
                                        <p:cTn id="73" dur="300"/>
                                        <p:tgtEl>
                                          <p:spTgt spid="82"/>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16.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83" name=""/>
        <p:cNvGrpSpPr/>
        <p:nvPr/>
      </p:nvGrpSpPr>
      <p:grpSpPr>
        <a:xfrm>
          <a:off x="0" y="0"/>
          <a:ext cx="0" cy="0"/>
          <a:chOff x="0" y="0"/>
          <a:chExt cx="0" cy="0"/>
        </a:xfrm>
      </p:grpSpPr>
      <p:sp>
        <p:nvSpPr>
          <p:cNvPr id="84" name="文本占位符 1"/>
          <p:cNvSpPr>
            <a:spLocks noGrp="true"/>
          </p:cNvSpPr>
          <p:nvPr>
            <p:ph type="body" sz="quarter" idx="10"/>
          </p:nvPr>
        </p:nvSpPr>
        <p:spPr/>
        <p:txBody>
          <a:bodyPr/>
          <a:lstStyle/>
          <a:p>
            <a:pPr/>
            <a:r>
              <a:rPr lang="en-US" altLang="zh-CN" dirty="false"/>
              <a:t>3</a:t>
            </a:r>
            <a:endParaRPr lang="zh-CN" altLang="en-US" dirty="false"/>
          </a:p>
        </p:txBody>
      </p:sp>
      <p:sp>
        <p:nvSpPr>
          <p:cNvPr id="85" name="文本占位符 2"/>
          <p:cNvSpPr>
            <a:spLocks noGrp="true"/>
          </p:cNvSpPr>
          <p:nvPr>
            <p:ph type="body" sz="quarter" idx="11"/>
          </p:nvPr>
        </p:nvSpPr>
        <p:spPr/>
        <p:txBody>
          <a:bodyPr/>
          <a:lstStyle/>
          <a:p>
            <a:pPr algn="ctr">
              <a:buFont typeface="Arial" panose="020B0604020202020204" pitchFamily="34" charset="0"/>
              <a:buNone/>
            </a:pPr>
            <a:r>
              <a:rPr lang="zh-CN"/>
              <a:t>竞品分析</a:t>
            </a:r>
            <a:endParaRPr lang="zh-CN"/>
          </a:p>
        </p:txBody>
      </p:sp>
      <p:sp>
        <p:nvSpPr>
          <p:cNvPr id="86" name="文本占位符 3"/>
          <p:cNvSpPr>
            <a:spLocks noGrp="true"/>
          </p:cNvSpPr>
          <p:nvPr>
            <p:ph type="body" sz="quarter" idx="12"/>
          </p:nvPr>
        </p:nvSpPr>
        <p:spPr>
          <a:xfrm>
            <a:off x="3303568" y="4168827"/>
            <a:ext cx="5584865" cy="366430"/>
          </a:xfrm>
        </p:spPr>
        <p:txBody>
          <a:bodyPr/>
          <a:lstStyle/>
          <a:p>
            <a:pPr algn="ctr">
              <a:buFont typeface="Arial" panose="020B0604020202020204" pitchFamily="34" charset="0"/>
              <a:buNone/>
            </a:pPr>
            <a:r>
              <a:rPr lang="en-US" sz="1600" spc="300">
                <a:solidFill>
                  <a:schemeClr val="bg1">
                    <a:lumMod val="65000"/>
                    <a:alpha val="100000"/>
                  </a:schemeClr>
                </a:solidFill>
                <a:latin typeface="等线"/>
                <a:ea typeface="思源黑体 CN Bold"/>
                <a:cs typeface="Segoe UI"/>
                <a:sym typeface="等线"/>
              </a:rPr>
              <a:t>Analysis</a:t>
            </a:r>
            <a:endParaRPr lang="en-US"/>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17.xml><?xml version="1.0" encoding="utf-8"?>
<p:sld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p159">
  <p:cSld>
    <p:spTree>
      <p:nvGrpSpPr>
        <p:cNvPr id="87" name=""/>
        <p:cNvGrpSpPr/>
        <p:nvPr/>
      </p:nvGrpSpPr>
      <p:grpSpPr>
        <a:xfrm>
          <a:off x="0" y="0"/>
          <a:ext cx="0" cy="0"/>
          <a:chOff x="0" y="0"/>
          <a:chExt cx="0" cy="0"/>
        </a:xfrm>
      </p:grpSpPr>
      <p:sp>
        <p:nvSpPr>
          <p:cNvPr id="88"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3</a:t>
            </a:r>
            <a:endParaRPr lang="zh-CN" altLang="en-US" dirty="false">
              <a:latin typeface="等线" panose="02010600030101010101" pitchFamily="2" charset="-122"/>
              <a:sym typeface="等线" panose="02010600030101010101" pitchFamily="2" charset="-122"/>
            </a:endParaRPr>
          </a:p>
        </p:txBody>
      </p:sp>
      <p:sp>
        <p:nvSpPr>
          <p:cNvPr id="89" name="文本占位符 2"/>
          <p:cNvSpPr>
            <a:spLocks noGrp="true"/>
          </p:cNvSpPr>
          <p:nvPr>
            <p:ph type="body" sz="quarter" idx="13"/>
          </p:nvPr>
        </p:nvSpPr>
        <p:spPr/>
        <p:txBody>
          <a:bodyPr/>
          <a:lstStyle/>
          <a:p>
            <a:pPr>
              <a:buFont typeface="Arial" panose="020B0604020202020204" pitchFamily="34" charset="0"/>
              <a:buNone/>
            </a:pPr>
            <a:r>
              <a:rPr lang="zh-CN"/>
              <a:t>竞品分析</a:t>
            </a:r>
            <a:endParaRPr lang="zh-CN"/>
          </a:p>
        </p:txBody>
      </p:sp>
      <p:grpSp>
        <p:nvGrpSpPr>
          <p:cNvPr id="90" name="组合 5"/>
          <p:cNvGrpSpPr/>
          <p:nvPr/>
        </p:nvGrpSpPr>
        <p:grpSpPr>
          <a:xfrm>
            <a:off x="3858972" y="1108108"/>
            <a:ext cx="4474056" cy="639525"/>
            <a:chOff x="3667995" y="1108108"/>
            <a:chExt cx="4474056" cy="639525"/>
          </a:xfrm>
        </p:grpSpPr>
        <p:sp>
          <p:nvSpPr>
            <p:cNvPr id="91"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92" name="图片 135"/>
            <p:cNvPicPr>
              <a:picLocks noChangeAspect="true"/>
            </p:cNvPicPr>
            <p:nvPr/>
          </p:nvPicPr>
          <p:blipFill rotWithShape="true">
            <a:blip r:embed="rId2">
              <a:alphaModFix amt="35000"/>
              <a:extLst>
                <a:ext uri="{28A0092B-C50C-407E-A947-70E740481C1C}"/>
              </a:extLst>
            </a:blip>
            <a:srcRect l="4166" t="52992" r="43468" b="39464"/>
            <a:stretch>
              <a:fillRect/>
            </a:stretch>
          </p:blipFill>
          <p:spPr>
            <a:xfrm>
              <a:off x="3667995" y="1110253"/>
              <a:ext cx="4474056" cy="626546"/>
            </a:xfrm>
            <a:prstGeom prst="rect">
              <a:avLst/>
            </a:prstGeom>
          </p:spPr>
        </p:pic>
        <p:sp>
          <p:nvSpPr>
            <p:cNvPr id="93" name="矩形 136"/>
            <p:cNvSpPr/>
            <p:nvPr/>
          </p:nvSpPr>
          <p:spPr>
            <a:xfrm>
              <a:off x="4245737" y="1200212"/>
              <a:ext cx="3695700" cy="457200"/>
            </a:xfrm>
            <a:prstGeom prst="rect">
              <a:avLst/>
            </a:prstGeom>
          </p:spPr>
          <p:txBody>
            <a:bodyPr wrap="square" anchor="ctr">
              <a:spAutoFit/>
            </a:bodyPr>
            <a:lstStyle/>
            <a:p>
              <a:pPr algn="ctr"/>
              <a:r>
                <a:rPr lang="en-US" sz="2400" b="true" spc="600">
                  <a:solidFill>
                    <a:schemeClr val="bg1">
                      <a:alpha val="100000"/>
                    </a:schemeClr>
                  </a:solidFill>
                  <a:latin typeface="等线"/>
                  <a:ea typeface="微软雅黑"/>
                  <a:cs typeface="+mn-cs"/>
                  <a:sym typeface="等线"/>
                </a:rPr>
                <a:t>TalkAI</a:t>
              </a:r>
              <a:endParaRPr/>
            </a:p>
          </p:txBody>
        </p:sp>
      </p:grpSp>
      <p:sp>
        <p:nvSpPr>
          <p:cNvPr id="94" name="文本框 31"/>
          <p:cNvSpPr txBox="true"/>
          <p:nvPr/>
        </p:nvSpPr>
        <p:spPr>
          <a:xfrm>
            <a:off x="627356" y="1733760"/>
            <a:ext cx="10941050" cy="1231900"/>
          </a:xfrm>
          <a:prstGeom prst="rect">
            <a:avLst/>
          </a:prstGeom>
          <a:noFill/>
        </p:spPr>
        <p:txBody>
          <a:bodyPr wrap="square" rtlCol="false">
            <a:spAutoFit/>
          </a:bodyPr>
          <a:lstStyle/>
          <a:p>
            <a:pPr marL="0" lvl="0" algn="l" defTabSz="914400">
              <a:lnSpc>
                <a:spcPts val="3000"/>
              </a:lnSpc>
              <a:defRPr sz="1800">
                <a:solidFill>
                  <a:schemeClr val="tx1">
                    <a:alpha val="100000"/>
                  </a:schemeClr>
                </a:solidFill>
                <a:latin typeface="等线"/>
                <a:ea typeface="等线"/>
                <a:cs typeface="+mn-cs"/>
              </a:defRPr>
            </a:pPr>
            <a:r>
              <a:rPr lang="en-US" sz="1600">
                <a:solidFill>
                  <a:srgbClr val="404040">
                    <a:alpha val="100000"/>
                  </a:srgbClr>
                </a:solidFill>
                <a:latin typeface="DeepSeek-CJK-patch"/>
                <a:ea typeface="DeepSeek-CJK-patch"/>
                <a:cs typeface="+mn-cs"/>
              </a:rPr>
              <a:t>         </a:t>
            </a:r>
            <a:r>
              <a:rPr sz="1600">
                <a:solidFill>
                  <a:srgbClr val="404040">
                    <a:alpha val="100000"/>
                  </a:srgbClr>
                </a:solidFill>
                <a:latin typeface="DeepSeek-CJK-patch"/>
                <a:ea typeface="DeepSeek-CJK-patch"/>
                <a:cs typeface="+mn-cs"/>
              </a:rPr>
              <a:t>TalkAI 是一款专注于</a:t>
            </a:r>
            <a:r>
              <a:rPr sz="1600">
                <a:solidFill>
                  <a:srgbClr val="404040">
                    <a:alpha val="100000"/>
                  </a:srgbClr>
                </a:solidFill>
                <a:latin typeface="DeepSeek-CJK-patch"/>
                <a:ea typeface="DeepSeek-CJK-patch"/>
                <a:cs typeface="+mn-cs"/>
              </a:rPr>
              <a:t> </a:t>
            </a:r>
            <a:r>
              <a:rPr sz="1600" b="true">
                <a:solidFill>
                  <a:srgbClr val="404040">
                    <a:alpha val="100000"/>
                  </a:srgbClr>
                </a:solidFill>
                <a:latin typeface="DeepSeek-CJK-patch"/>
                <a:ea typeface="DeepSeek-CJK-patch"/>
                <a:cs typeface="+mn-cs"/>
              </a:rPr>
              <a:t>AI 驱动的沉浸式语言学习应用</a:t>
            </a:r>
            <a:r>
              <a:rPr sz="1600">
                <a:solidFill>
                  <a:srgbClr val="404040">
                    <a:alpha val="100000"/>
                  </a:srgbClr>
                </a:solidFill>
                <a:latin typeface="DeepSeek-CJK-patch"/>
                <a:ea typeface="DeepSeek-CJK-patch"/>
                <a:cs typeface="+mn-cs"/>
              </a:rPr>
              <a:t>，通过模拟真实对话场景和智能语音交互，帮助用户提升外语口语和听力能力。</a:t>
            </a:r>
            <a:endParaRPr/>
          </a:p>
          <a:p>
            <a:pPr marL="0" lvl="0" algn="l" defTabSz="914400">
              <a:lnSpc>
                <a:spcPts val="3000"/>
              </a:lnSpc>
              <a:defRPr sz="1800">
                <a:solidFill>
                  <a:schemeClr val="tx1">
                    <a:alpha val="100000"/>
                  </a:schemeClr>
                </a:solidFill>
                <a:latin typeface="等线"/>
                <a:ea typeface="等线"/>
                <a:cs typeface="+mn-cs"/>
              </a:defRPr>
            </a:pPr>
            <a:endParaRPr lang="en-US" sz="1800">
              <a:solidFill>
                <a:schemeClr val="tx1">
                  <a:lumMod val="85000"/>
                  <a:lumOff val="15000"/>
                  <a:alpha val="100000"/>
                </a:schemeClr>
              </a:solidFill>
              <a:latin typeface="思源黑体 CN Normal"/>
              <a:ea typeface="思源黑体 CN Normal"/>
              <a:cs typeface="+mn-cs"/>
              <a:sym typeface="等线"/>
            </a:endParaRPr>
          </a:p>
        </p:txBody>
      </p:sp>
      <p:pic>
        <p:nvPicPr>
          <p:cNvPr id="95" name=""/>
          <p:cNvPicPr>
            <a:picLocks noChangeAspect="true"/>
          </p:cNvPicPr>
          <p:nvPr/>
        </p:nvPicPr>
        <p:blipFill>
          <a:blip r:embed="rId3"/>
          <a:srcRect l="0" t="5729" r="0" b="7031"/>
          <a:stretch>
            <a:fillRect/>
          </a:stretch>
        </p:blipFill>
        <p:spPr>
          <a:xfrm rot="0" flipH="false" flipV="false">
            <a:off x="2246677" y="2510597"/>
            <a:ext cx="2190037" cy="4142018"/>
          </a:xfrm>
          <a:prstGeom prst="rect"/>
        </p:spPr>
      </p:pic>
      <p:pic>
        <p:nvPicPr>
          <p:cNvPr id="96" name=""/>
          <p:cNvPicPr>
            <a:picLocks noChangeAspect="true"/>
          </p:cNvPicPr>
          <p:nvPr/>
        </p:nvPicPr>
        <p:blipFill>
          <a:blip r:embed="rId4"/>
          <a:srcRect l="0" t="5339" r="0" b="3125"/>
          <a:stretch>
            <a:fillRect/>
          </a:stretch>
        </p:blipFill>
        <p:spPr>
          <a:xfrm rot="0" flipH="false" flipV="false">
            <a:off x="5162121" y="2510597"/>
            <a:ext cx="2051917" cy="4133089"/>
          </a:xfrm>
          <a:prstGeom prst="rect"/>
        </p:spPr>
      </p:pic>
      <p:pic>
        <p:nvPicPr>
          <p:cNvPr id="97" name=""/>
          <p:cNvPicPr>
            <a:picLocks noChangeAspect="true"/>
          </p:cNvPicPr>
          <p:nvPr/>
        </p:nvPicPr>
        <p:blipFill>
          <a:blip r:embed="rId5"/>
          <a:srcRect l="7904" t="33464" r="7904" b="6250"/>
          <a:stretch>
            <a:fillRect/>
          </a:stretch>
        </p:blipFill>
        <p:spPr>
          <a:xfrm rot="0" flipH="false" flipV="false">
            <a:off x="8132414" y="2510597"/>
            <a:ext cx="2646052" cy="4142017"/>
          </a:xfrm>
          <a:prstGeom prst="rect"/>
        </p:spPr>
      </p:pic>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98" name=""/>
        <p:cNvGrpSpPr/>
        <p:nvPr/>
      </p:nvGrpSpPr>
      <p:grpSpPr>
        <a:xfrm>
          <a:off x="0" y="0"/>
          <a:ext cx="0" cy="0"/>
          <a:chOff x="0" y="0"/>
          <a:chExt cx="0" cy="0"/>
        </a:xfrm>
      </p:grpSpPr>
      <p:sp>
        <p:nvSpPr>
          <p:cNvPr id="99" name="文本占位符 387"/>
          <p:cNvSpPr>
            <a:spLocks noGrp="true"/>
          </p:cNvSpPr>
          <p:nvPr userDrawn="true">
            <p:ph type="body" sz="quarter" idx="13"/>
          </p:nvPr>
        </p:nvSpPr>
        <p:spPr>
          <a:prstGeom prst="rect">
            <a:avLst/>
          </a:prstGeom>
        </p:spPr>
        <p:txBody>
          <a:bodyPr/>
          <a:p>
            <a:pPr>
              <a:buFont typeface="Arial" panose="020B0604020202020204" pitchFamily="34" charset="0"/>
              <a:buNone/>
            </a:pPr>
            <a:r>
              <a:rPr lang="zh-CN"/>
              <a:t>竞品分析</a:t>
            </a:r>
            <a:endParaRPr/>
          </a:p>
        </p:txBody>
      </p:sp>
      <p:grpSp>
        <p:nvGrpSpPr>
          <p:cNvPr id="100" name="组合 5"/>
          <p:cNvGrpSpPr/>
          <p:nvPr/>
        </p:nvGrpSpPr>
        <p:grpSpPr>
          <a:xfrm>
            <a:off x="3858972" y="1108108"/>
            <a:ext cx="4474056" cy="639525"/>
            <a:chOff x="3667995" y="1108108"/>
            <a:chExt cx="4474056" cy="639525"/>
          </a:xfrm>
        </p:grpSpPr>
        <p:sp>
          <p:nvSpPr>
            <p:cNvPr id="101"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102" name="图片 135"/>
            <p:cNvPicPr>
              <a:picLocks noChangeAspect="true"/>
            </p:cNvPicPr>
            <p:nvPr/>
          </p:nvPicPr>
          <p:blipFill rotWithShape="true">
            <a:blip r:embed="rId1">
              <a:alphaModFix amt="35000"/>
              <a:extLst>
                <a:ext uri="{28A0092B-C50C-407E-A947-70E740481C1C}"/>
              </a:extLst>
            </a:blip>
            <a:srcRect l="4166" t="52992" r="43468" b="39464"/>
            <a:stretch>
              <a:fillRect/>
            </a:stretch>
          </p:blipFill>
          <p:spPr>
            <a:xfrm>
              <a:off x="3667995" y="1110253"/>
              <a:ext cx="4474056" cy="626546"/>
            </a:xfrm>
            <a:prstGeom prst="rect">
              <a:avLst/>
            </a:prstGeom>
          </p:spPr>
        </p:pic>
        <p:sp>
          <p:nvSpPr>
            <p:cNvPr id="103" name="矩形 136"/>
            <p:cNvSpPr/>
            <p:nvPr/>
          </p:nvSpPr>
          <p:spPr>
            <a:xfrm>
              <a:off x="4245737" y="1200212"/>
              <a:ext cx="3695700" cy="457200"/>
            </a:xfrm>
            <a:prstGeom prst="rect">
              <a:avLst/>
            </a:prstGeom>
          </p:spPr>
          <p:txBody>
            <a:bodyPr wrap="square" anchor="ctr">
              <a:spAutoFit/>
            </a:bodyPr>
            <a:lstStyle/>
            <a:p>
              <a:pPr algn="ctr"/>
              <a:r>
                <a:rPr lang="zh-CN" sz="2400" b="true" spc="600">
                  <a:solidFill>
                    <a:schemeClr val="bg1">
                      <a:alpha val="100000"/>
                    </a:schemeClr>
                  </a:solidFill>
                  <a:latin typeface="等线"/>
                  <a:ea typeface="微软雅黑"/>
                  <a:cs typeface="+mn-cs"/>
                  <a:sym typeface="等线"/>
                </a:rPr>
                <a:t>核心功能</a:t>
              </a:r>
              <a:endParaRPr/>
            </a:p>
          </p:txBody>
        </p:sp>
      </p:grpSp>
      <p:sp>
        <p:nvSpPr>
          <p:cNvPr id="104" name="文本框 10"/>
          <p:cNvSpPr txBox="true"/>
          <p:nvPr/>
        </p:nvSpPr>
        <p:spPr>
          <a:xfrm rot="0" flipH="false" flipV="false">
            <a:off x="628651" y="1736799"/>
            <a:ext cx="10941050" cy="4984750"/>
          </a:xfrm>
          <a:prstGeom prst="rect">
            <a:avLst/>
          </a:prstGeom>
          <a:noFill/>
        </p:spPr>
        <p:txBody>
          <a:bodyPr wrap="square" rtlCol="false">
            <a:spAutoFit/>
          </a:bodyPr>
          <a:lstStyle/>
          <a:p>
            <a:pPr marL="342900" indent="-342900">
              <a:lnSpc>
                <a:spcPct val="150000"/>
              </a:lnSpc>
              <a:buFont typeface="Arial" panose="020B0604020202020204" pitchFamily="34" charset="0"/>
              <a:buChar char="•"/>
            </a:pPr>
            <a:r>
              <a:rPr lang="zh-CN" sz="2400">
                <a:solidFill>
                  <a:srgbClr val="893A7F">
                    <a:alpha val="100000"/>
                  </a:srgbClr>
                </a:solidFill>
                <a:latin typeface="思源黑体 CN Bold"/>
                <a:ea typeface="思源黑体 CN Bold"/>
                <a:cs typeface="+mn-cs"/>
                <a:sym typeface="等线"/>
              </a:rPr>
              <a:t>多场景智能对话模拟</a:t>
            </a:r>
            <a:endParaRPr/>
          </a:p>
          <a:p>
            <a:pPr>
              <a:lnSpc>
                <a:spcPct val="150000"/>
              </a:lnSpc>
            </a:pPr>
            <a:r>
              <a:rPr lang="en-US" sz="1600">
                <a:solidFill>
                  <a:srgbClr val="404040">
                    <a:alpha val="100000"/>
                  </a:srgbClr>
                </a:solidFill>
                <a:latin typeface="DeepSeek-CJK-patch"/>
                <a:ea typeface="DeepSeek-CJK-patch"/>
                <a:cs typeface="+mn-cs"/>
              </a:rPr>
              <a:t>         </a:t>
            </a:r>
            <a:r>
              <a:rPr lang="zh-CN" sz="1600">
                <a:solidFill>
                  <a:srgbClr val="404040">
                    <a:alpha val="100000"/>
                  </a:srgbClr>
                </a:solidFill>
                <a:latin typeface="DeepSeek-CJK-patch"/>
                <a:ea typeface="DeepSeek-CJK-patch"/>
                <a:cs typeface="+mn-cs"/>
              </a:rPr>
              <a:t>可以</a:t>
            </a:r>
            <a:r>
              <a:rPr sz="1600">
                <a:solidFill>
                  <a:srgbClr val="404040">
                    <a:alpha val="100000"/>
                  </a:srgbClr>
                </a:solidFill>
                <a:latin typeface="DeepSeek-CJK-patch"/>
                <a:ea typeface="DeepSeek-CJK-patch"/>
                <a:cs typeface="+mn-cs"/>
              </a:rPr>
              <a:t>选择</a:t>
            </a:r>
            <a:r>
              <a:rPr lang="zh-CN" sz="1600">
                <a:solidFill>
                  <a:srgbClr val="404040">
                    <a:alpha val="100000"/>
                  </a:srgbClr>
                </a:solidFill>
                <a:latin typeface="DeepSeek-CJK-patch"/>
                <a:ea typeface="DeepSeek-CJK-patch"/>
                <a:cs typeface="+mn-cs"/>
              </a:rPr>
              <a:t>不同的</a:t>
            </a:r>
            <a:r>
              <a:rPr sz="1600">
                <a:solidFill>
                  <a:srgbClr val="404040">
                    <a:alpha val="100000"/>
                  </a:srgbClr>
                </a:solidFill>
                <a:latin typeface="DeepSeek-CJK-patch"/>
                <a:ea typeface="DeepSeek-CJK-patch"/>
                <a:cs typeface="+mn-cs"/>
              </a:rPr>
              <a:t>场景</a:t>
            </a:r>
            <a:r>
              <a:rPr lang="zh-CN" sz="1600">
                <a:solidFill>
                  <a:srgbClr val="404040">
                    <a:alpha val="100000"/>
                  </a:srgbClr>
                </a:solidFill>
                <a:latin typeface="DeepSeek-CJK-patch"/>
                <a:ea typeface="DeepSeek-CJK-patch"/>
                <a:cs typeface="+mn-cs"/>
              </a:rPr>
              <a:t>，</a:t>
            </a:r>
            <a:r>
              <a:rPr sz="1600">
                <a:solidFill>
                  <a:srgbClr val="404040">
                    <a:alpha val="100000"/>
                  </a:srgbClr>
                </a:solidFill>
                <a:latin typeface="DeepSeek-CJK-patch"/>
                <a:ea typeface="DeepSeek-CJK-patch"/>
                <a:cs typeface="+mn-cs"/>
              </a:rPr>
              <a:t>如餐厅点餐、</a:t>
            </a:r>
            <a:r>
              <a:rPr lang="zh-CN" sz="1600">
                <a:solidFill>
                  <a:srgbClr val="404040">
                    <a:alpha val="100000"/>
                  </a:srgbClr>
                </a:solidFill>
                <a:latin typeface="DeepSeek-CJK-patch"/>
                <a:ea typeface="DeepSeek-CJK-patch"/>
                <a:cs typeface="+mn-cs"/>
              </a:rPr>
              <a:t>职场面试</a:t>
            </a:r>
            <a:r>
              <a:rPr sz="1600">
                <a:solidFill>
                  <a:srgbClr val="404040">
                    <a:alpha val="100000"/>
                  </a:srgbClr>
                </a:solidFill>
                <a:latin typeface="DeepSeek-CJK-patch"/>
                <a:ea typeface="DeepSeek-CJK-patch"/>
                <a:cs typeface="+mn-cs"/>
              </a:rPr>
              <a:t>、医院问诊</a:t>
            </a:r>
            <a:r>
              <a:rPr lang="zh-CN" sz="1600">
                <a:solidFill>
                  <a:srgbClr val="404040">
                    <a:alpha val="100000"/>
                  </a:srgbClr>
                </a:solidFill>
                <a:latin typeface="DeepSeek-CJK-patch"/>
                <a:ea typeface="DeepSeek-CJK-patch"/>
                <a:cs typeface="+mn-cs"/>
              </a:rPr>
              <a:t>等</a:t>
            </a:r>
            <a:r>
              <a:rPr sz="1600">
                <a:solidFill>
                  <a:srgbClr val="404040">
                    <a:alpha val="100000"/>
                  </a:srgbClr>
                </a:solidFill>
                <a:latin typeface="DeepSeek-CJK-patch"/>
                <a:ea typeface="DeepSeek-CJK-patch"/>
                <a:cs typeface="+mn-cs"/>
              </a:rPr>
              <a:t>，</a:t>
            </a:r>
            <a:r>
              <a:rPr lang="zh-CN" sz="1600">
                <a:solidFill>
                  <a:srgbClr val="404040">
                    <a:alpha val="100000"/>
                  </a:srgbClr>
                </a:solidFill>
                <a:latin typeface="DeepSeek-CJK-patch"/>
                <a:ea typeface="DeepSeek-CJK-patch"/>
                <a:cs typeface="+mn-cs"/>
              </a:rPr>
              <a:t>由</a:t>
            </a:r>
            <a:r>
              <a:rPr sz="1600">
                <a:solidFill>
                  <a:srgbClr val="404040">
                    <a:alpha val="100000"/>
                  </a:srgbClr>
                </a:solidFill>
                <a:latin typeface="DeepSeek-CJK-patch"/>
                <a:ea typeface="DeepSeek-CJK-patch"/>
                <a:cs typeface="+mn-cs"/>
              </a:rPr>
              <a:t>AI</a:t>
            </a:r>
            <a:r>
              <a:rPr lang="zh-CN" sz="1600">
                <a:solidFill>
                  <a:srgbClr val="404040">
                    <a:alpha val="100000"/>
                  </a:srgbClr>
                </a:solidFill>
                <a:latin typeface="DeepSeek-CJK-patch"/>
                <a:ea typeface="DeepSeek-CJK-patch"/>
                <a:cs typeface="+mn-cs"/>
              </a:rPr>
              <a:t>来</a:t>
            </a:r>
            <a:r>
              <a:rPr sz="1600">
                <a:solidFill>
                  <a:srgbClr val="404040">
                    <a:alpha val="100000"/>
                  </a:srgbClr>
                </a:solidFill>
                <a:latin typeface="DeepSeek-CJK-patch"/>
                <a:ea typeface="DeepSeek-CJK-patch"/>
                <a:cs typeface="+mn-cs"/>
              </a:rPr>
              <a:t>生成对应</a:t>
            </a:r>
            <a:r>
              <a:rPr lang="zh-CN" sz="1600">
                <a:solidFill>
                  <a:srgbClr val="404040">
                    <a:alpha val="100000"/>
                  </a:srgbClr>
                </a:solidFill>
                <a:latin typeface="DeepSeek-CJK-patch"/>
                <a:ea typeface="DeepSeek-CJK-patch"/>
                <a:cs typeface="+mn-cs"/>
              </a:rPr>
              <a:t>的</a:t>
            </a:r>
            <a:r>
              <a:rPr sz="1600">
                <a:solidFill>
                  <a:srgbClr val="404040">
                    <a:alpha val="100000"/>
                  </a:srgbClr>
                </a:solidFill>
                <a:latin typeface="DeepSeek-CJK-patch"/>
                <a:ea typeface="DeepSeek-CJK-patch"/>
                <a:cs typeface="+mn-cs"/>
              </a:rPr>
              <a:t>角色</a:t>
            </a:r>
            <a:r>
              <a:rPr lang="zh-CN" sz="1600">
                <a:solidFill>
                  <a:srgbClr val="404040">
                    <a:alpha val="100000"/>
                  </a:srgbClr>
                </a:solidFill>
                <a:latin typeface="DeepSeek-CJK-patch"/>
                <a:ea typeface="DeepSeek-CJK-patch"/>
                <a:cs typeface="+mn-cs"/>
              </a:rPr>
              <a:t>包括餐厅</a:t>
            </a:r>
            <a:r>
              <a:rPr sz="1600">
                <a:solidFill>
                  <a:srgbClr val="404040">
                    <a:alpha val="100000"/>
                  </a:srgbClr>
                </a:solidFill>
                <a:latin typeface="DeepSeek-CJK-patch"/>
                <a:ea typeface="DeepSeek-CJK-patch"/>
                <a:cs typeface="+mn-cs"/>
              </a:rPr>
              <a:t>服务员、</a:t>
            </a:r>
            <a:r>
              <a:rPr lang="en-US" sz="1600">
                <a:solidFill>
                  <a:srgbClr val="404040">
                    <a:alpha val="100000"/>
                  </a:srgbClr>
                </a:solidFill>
                <a:latin typeface="DeepSeek-CJK-patch"/>
                <a:ea typeface="DeepSeek-CJK-patch"/>
                <a:cs typeface="+mn-cs"/>
              </a:rPr>
              <a:t>HR</a:t>
            </a:r>
            <a:r>
              <a:rPr sz="1600">
                <a:solidFill>
                  <a:srgbClr val="404040">
                    <a:alpha val="100000"/>
                  </a:srgbClr>
                </a:solidFill>
                <a:latin typeface="DeepSeek-CJK-patch"/>
                <a:ea typeface="DeepSeek-CJK-patch"/>
                <a:cs typeface="+mn-cs"/>
              </a:rPr>
              <a:t>、医生</a:t>
            </a:r>
            <a:r>
              <a:rPr lang="zh-CN" sz="1600">
                <a:solidFill>
                  <a:srgbClr val="404040">
                    <a:alpha val="100000"/>
                  </a:srgbClr>
                </a:solidFill>
                <a:latin typeface="DeepSeek-CJK-patch"/>
                <a:ea typeface="DeepSeek-CJK-patch"/>
                <a:cs typeface="+mn-cs"/>
              </a:rPr>
              <a:t>等</a:t>
            </a:r>
            <a:r>
              <a:rPr sz="1600">
                <a:solidFill>
                  <a:srgbClr val="404040">
                    <a:alpha val="100000"/>
                  </a:srgbClr>
                </a:solidFill>
                <a:latin typeface="DeepSeek-CJK-patch"/>
                <a:ea typeface="DeepSeek-CJK-patch"/>
                <a:cs typeface="+mn-cs"/>
              </a:rPr>
              <a:t>与用户</a:t>
            </a:r>
            <a:r>
              <a:rPr lang="zh-CN" sz="1600">
                <a:solidFill>
                  <a:srgbClr val="404040">
                    <a:alpha val="100000"/>
                  </a:srgbClr>
                </a:solidFill>
                <a:latin typeface="DeepSeek-CJK-patch"/>
                <a:ea typeface="DeepSeek-CJK-patch"/>
                <a:cs typeface="+mn-cs"/>
              </a:rPr>
              <a:t>进行</a:t>
            </a:r>
            <a:r>
              <a:rPr sz="1600">
                <a:solidFill>
                  <a:srgbClr val="404040">
                    <a:alpha val="100000"/>
                  </a:srgbClr>
                </a:solidFill>
                <a:latin typeface="DeepSeek-CJK-patch"/>
                <a:ea typeface="DeepSeek-CJK-patch"/>
                <a:cs typeface="+mn-cs"/>
              </a:rPr>
              <a:t>实时对话，</a:t>
            </a:r>
            <a:r>
              <a:rPr lang="zh-CN" sz="1600">
                <a:solidFill>
                  <a:srgbClr val="404040">
                    <a:alpha val="100000"/>
                  </a:srgbClr>
                </a:solidFill>
                <a:latin typeface="DeepSeek-CJK-patch"/>
                <a:ea typeface="DeepSeek-CJK-patch"/>
                <a:cs typeface="+mn-cs"/>
              </a:rPr>
              <a:t>同时</a:t>
            </a:r>
            <a:r>
              <a:rPr sz="1600">
                <a:solidFill>
                  <a:srgbClr val="404040">
                    <a:alpha val="100000"/>
                  </a:srgbClr>
                </a:solidFill>
                <a:latin typeface="DeepSeek-CJK-patch"/>
                <a:ea typeface="DeepSeek-CJK-patch"/>
                <a:cs typeface="+mn-cs"/>
              </a:rPr>
              <a:t>支持语音</a:t>
            </a:r>
            <a:r>
              <a:rPr lang="zh-CN" sz="1600">
                <a:solidFill>
                  <a:srgbClr val="404040">
                    <a:alpha val="100000"/>
                  </a:srgbClr>
                </a:solidFill>
                <a:latin typeface="DeepSeek-CJK-patch"/>
                <a:ea typeface="DeepSeek-CJK-patch"/>
                <a:cs typeface="+mn-cs"/>
              </a:rPr>
              <a:t>和</a:t>
            </a:r>
            <a:r>
              <a:rPr sz="1600">
                <a:solidFill>
                  <a:srgbClr val="404040">
                    <a:alpha val="100000"/>
                  </a:srgbClr>
                </a:solidFill>
                <a:latin typeface="DeepSeek-CJK-patch"/>
                <a:ea typeface="DeepSeek-CJK-patch"/>
                <a:cs typeface="+mn-cs"/>
              </a:rPr>
              <a:t>文字输入。</a:t>
            </a:r>
            <a:r>
              <a:rPr lang="zh-CN" sz="1600">
                <a:solidFill>
                  <a:srgbClr val="404040">
                    <a:alpha val="100000"/>
                  </a:srgbClr>
                </a:solidFill>
                <a:latin typeface="DeepSeek-CJK-patch"/>
                <a:ea typeface="DeepSeek-CJK-patch"/>
                <a:cs typeface="+mn-cs"/>
              </a:rPr>
              <a:t>根据用户的回答不同，触发</a:t>
            </a:r>
            <a:r>
              <a:rPr lang="en-US" sz="1600">
                <a:solidFill>
                  <a:srgbClr val="404040">
                    <a:alpha val="100000"/>
                  </a:srgbClr>
                </a:solidFill>
                <a:latin typeface="DeepSeek-CJK-patch"/>
                <a:ea typeface="DeepSeek-CJK-patch"/>
                <a:cs typeface="+mn-cs"/>
              </a:rPr>
              <a:t>AI</a:t>
            </a:r>
            <a:r>
              <a:rPr lang="zh-CN" sz="1600">
                <a:solidFill>
                  <a:srgbClr val="404040">
                    <a:alpha val="100000"/>
                  </a:srgbClr>
                </a:solidFill>
                <a:latin typeface="DeepSeek-CJK-patch"/>
                <a:ea typeface="DeepSeek-CJK-patch"/>
                <a:cs typeface="+mn-cs"/>
              </a:rPr>
              <a:t>的多样化回应。</a:t>
            </a:r>
            <a:endParaRPr/>
          </a:p>
          <a:p>
            <a:pPr>
              <a:lnSpc>
                <a:spcPct val="150000"/>
              </a:lnSpc>
            </a:pPr>
            <a:endParaRPr lang="en-US" sz="1600">
              <a:solidFill>
                <a:srgbClr val="404040">
                  <a:alpha val="100000"/>
                </a:srgbClr>
              </a:solidFill>
              <a:latin typeface="DeepSeek-CJK-patch"/>
              <a:ea typeface="DeepSeek-CJK-patch"/>
              <a:cs typeface="+mn-cs"/>
            </a:endParaRPr>
          </a:p>
          <a:p>
            <a:pPr marL="285750" indent="-285750">
              <a:lnSpc>
                <a:spcPct val="150000"/>
              </a:lnSpc>
              <a:buFont typeface="Arial" panose="020B0604020202020204" pitchFamily="34" charset="0"/>
              <a:buChar char="•"/>
            </a:pPr>
            <a:r>
              <a:rPr lang="zh-CN" sz="2400">
                <a:solidFill>
                  <a:srgbClr val="893A7F">
                    <a:alpha val="100000"/>
                  </a:srgbClr>
                </a:solidFill>
                <a:latin typeface="思源黑体 CN Bold"/>
                <a:ea typeface="思源黑体 CN Bold"/>
                <a:cs typeface="+mn-cs"/>
                <a:sym typeface="等线"/>
              </a:rPr>
              <a:t>即使语音评估与反馈</a:t>
            </a:r>
            <a:endParaRPr/>
          </a:p>
          <a:p>
            <a:pPr>
              <a:lnSpc>
                <a:spcPct val="150000"/>
              </a:lnSpc>
            </a:pPr>
            <a:r>
              <a:rPr lang="en-US" sz="1600">
                <a:solidFill>
                  <a:srgbClr val="404040">
                    <a:alpha val="100000"/>
                  </a:srgbClr>
                </a:solidFill>
                <a:latin typeface="DeepSeek-CJK-patch"/>
                <a:ea typeface="DeepSeek-CJK-patch"/>
                <a:cs typeface="+mn-cs"/>
              </a:rPr>
              <a:t>         </a:t>
            </a:r>
            <a:r>
              <a:rPr lang="zh-CN" sz="1600">
                <a:solidFill>
                  <a:srgbClr val="404040">
                    <a:alpha val="100000"/>
                  </a:srgbClr>
                </a:solidFill>
                <a:latin typeface="DeepSeek-CJK-patch"/>
                <a:ea typeface="DeepSeek-CJK-patch"/>
                <a:cs typeface="+mn-cs"/>
              </a:rPr>
              <a:t>包括语法修正、发音纠正和流利度测评等</a:t>
            </a:r>
            <a:r>
              <a:rPr lang="zh-CN" sz="1600">
                <a:solidFill>
                  <a:srgbClr val="404040">
                    <a:alpha val="100000"/>
                  </a:srgbClr>
                </a:solidFill>
                <a:latin typeface="DeepSeek-CJK-patch"/>
                <a:ea typeface="DeepSeek-CJK-patch"/>
                <a:cs typeface="+mn-cs"/>
              </a:rPr>
              <a:t>。</a:t>
            </a:r>
            <a:endParaRPr/>
          </a:p>
          <a:p>
            <a:pPr>
              <a:lnSpc>
                <a:spcPct val="150000"/>
              </a:lnSpc>
            </a:pPr>
            <a:endParaRPr lang="en-US" sz="1400">
              <a:latin typeface="思源黑体 CN Normal"/>
              <a:ea typeface="思源黑体 CN Normal"/>
              <a:cs typeface="+mn-cs"/>
              <a:sym typeface="等线"/>
            </a:endParaRPr>
          </a:p>
          <a:p>
            <a:pPr marL="342900" indent="-342900">
              <a:lnSpc>
                <a:spcPct val="150000"/>
              </a:lnSpc>
              <a:buFont typeface="Arial" panose="020B0604020202020204" pitchFamily="34" charset="0"/>
              <a:buChar char="•"/>
            </a:pPr>
            <a:r>
              <a:rPr lang="zh-CN" sz="2400">
                <a:solidFill>
                  <a:srgbClr val="893A7F">
                    <a:alpha val="100000"/>
                  </a:srgbClr>
                </a:solidFill>
                <a:latin typeface="思源黑体 CN Bold"/>
                <a:ea typeface="思源黑体 CN Bold"/>
                <a:cs typeface="+mn-cs"/>
                <a:sym typeface="等线"/>
              </a:rPr>
              <a:t>个性化定制学习路径</a:t>
            </a:r>
            <a:endParaRPr/>
          </a:p>
          <a:p>
            <a:pPr>
              <a:lnSpc>
                <a:spcPct val="150000"/>
              </a:lnSpc>
            </a:pPr>
            <a:r>
              <a:rPr lang="en-US" sz="1600">
                <a:solidFill>
                  <a:srgbClr val="404040">
                    <a:alpha val="100000"/>
                  </a:srgbClr>
                </a:solidFill>
                <a:latin typeface="DeepSeek-CJK-patch"/>
                <a:ea typeface="DeepSeek-CJK-patch"/>
                <a:cs typeface="+mn-cs"/>
              </a:rPr>
              <a:t>         </a:t>
            </a:r>
            <a:r>
              <a:rPr lang="zh-CN" sz="1600">
                <a:solidFill>
                  <a:srgbClr val="404040">
                    <a:alpha val="100000"/>
                  </a:srgbClr>
                </a:solidFill>
                <a:latin typeface="DeepSeek-CJK-patch"/>
                <a:ea typeface="DeepSeek-CJK-patch"/>
                <a:cs typeface="+mn-cs"/>
              </a:rPr>
              <a:t>首次使用</a:t>
            </a:r>
            <a:r>
              <a:rPr lang="en-US" sz="1600">
                <a:solidFill>
                  <a:srgbClr val="404040">
                    <a:alpha val="100000"/>
                  </a:srgbClr>
                </a:solidFill>
                <a:latin typeface="DeepSeek-CJK-patch"/>
                <a:ea typeface="DeepSeek-CJK-patch"/>
                <a:cs typeface="+mn-cs"/>
              </a:rPr>
              <a:t>APP</a:t>
            </a:r>
            <a:r>
              <a:rPr lang="zh-CN" sz="1600">
                <a:solidFill>
                  <a:srgbClr val="404040">
                    <a:alpha val="100000"/>
                  </a:srgbClr>
                </a:solidFill>
                <a:latin typeface="DeepSeek-CJK-patch"/>
                <a:ea typeface="DeepSeek-CJK-patch"/>
                <a:cs typeface="+mn-cs"/>
              </a:rPr>
              <a:t>时</a:t>
            </a:r>
            <a:r>
              <a:rPr lang="zh-CN" sz="1600">
                <a:solidFill>
                  <a:srgbClr val="404040">
                    <a:alpha val="100000"/>
                  </a:srgbClr>
                </a:solidFill>
                <a:latin typeface="DeepSeek-CJK-patch"/>
                <a:ea typeface="DeepSeek-CJK-patch"/>
                <a:cs typeface="+mn-cs"/>
              </a:rPr>
              <a:t>，</a:t>
            </a:r>
            <a:r>
              <a:rPr lang="en-US" sz="1600">
                <a:solidFill>
                  <a:srgbClr val="404040">
                    <a:alpha val="100000"/>
                  </a:srgbClr>
                </a:solidFill>
                <a:latin typeface="DeepSeek-CJK-patch"/>
                <a:ea typeface="DeepSeek-CJK-patch"/>
                <a:cs typeface="+mn-cs"/>
              </a:rPr>
              <a:t>AI</a:t>
            </a:r>
            <a:r>
              <a:rPr lang="zh-CN" sz="1600">
                <a:solidFill>
                  <a:srgbClr val="404040">
                    <a:alpha val="100000"/>
                  </a:srgbClr>
                </a:solidFill>
                <a:latin typeface="DeepSeek-CJK-patch"/>
                <a:ea typeface="DeepSeek-CJK-patch"/>
                <a:cs typeface="+mn-cs"/>
              </a:rPr>
              <a:t>根据简单的对话来评估用户的语言水平，后续使用过程中，主页会根据用户的弱项来推荐相关课程，并使用可视化图表展现用户的能力提升。</a:t>
            </a:r>
            <a:endParaRPr/>
          </a:p>
          <a:p>
            <a:pPr>
              <a:lnSpc>
                <a:spcPct val="150000"/>
              </a:lnSpc>
            </a:pPr>
            <a:endParaRPr lang="en-US" sz="1400">
              <a:latin typeface="思源黑体 CN Normal"/>
              <a:ea typeface="思源黑体 CN Normal"/>
              <a:cs typeface="+mn-cs"/>
              <a:sym typeface="等线"/>
            </a:endParaRPr>
          </a:p>
          <a:p>
            <a:pPr>
              <a:lnSpc>
                <a:spcPct val="150000"/>
              </a:lnSpc>
            </a:pPr>
            <a:endParaRPr lang="zh-CN">
              <a:solidFill>
                <a:srgbClr val="893A7F">
                  <a:alpha val="100000"/>
                </a:srgbClr>
              </a:solidFill>
              <a:latin typeface="思源黑体 CN Bold"/>
              <a:ea typeface="思源黑体 CN Bold"/>
              <a:cs typeface="+mn-cs"/>
              <a:sym typeface="等线"/>
            </a:endParaRPr>
          </a:p>
        </p:txBody>
      </p:sp>
      <p:sp>
        <p:nvSpPr>
          <p:cNvPr id="105" name="文本占位符 1"/>
          <p:cNvSpPr txBox="true">
            <a:spLocks noGrp="true"/>
          </p:cNvSpPr>
          <p:nvPr/>
        </p:nvSpPr>
        <p:spPr>
          <a:xfrm>
            <a:off x="218106" y="81066"/>
            <a:ext cx="410545" cy="401955"/>
          </a:xfrm>
          <a:prstGeom prst="rect">
            <a:avLst/>
          </a:prstGeom>
          <a:ln>
            <a:extLst/>
          </a:ln>
        </p:spPr>
        <p:txBody>
          <a:bodyPr anchor="ctr">
            <a:noAutofit/>
          </a:bodyPr>
          <a:lstStyle>
            <a:lvl1pPr marL="0" indent="0" algn="ctr" defTabSz="914400" rtl="false" eaLnBrk="true" latinLnBrk="false" hangingPunct="true">
              <a:lnSpc>
                <a:spcPct val="90000"/>
              </a:lnSpc>
              <a:spcBef>
                <a:spcPts val="1000"/>
              </a:spcBef>
              <a:buFont typeface="Arial" panose="020B0604020202020204" pitchFamily="34" charset="0"/>
              <a:buNone/>
              <a:defRPr sz="2200" b="true" kern="1200" spc="300">
                <a:solidFill>
                  <a:srgbClr val="6A005F"/>
                </a:solidFill>
                <a:latin typeface="思源黑体 CN Bold" panose="020B0800000000000000" pitchFamily="34" charset="-122"/>
                <a:ea typeface="思源黑体 CN Bold" panose="020B0800000000000000" pitchFamily="34" charset="-122"/>
                <a:cs typeface="Segoe UI" panose="020B0502040204020203" pitchFamily="34" charset="0"/>
              </a:defRPr>
            </a:lvl1pPr>
            <a:lvl2pPr marL="685800" indent="-228600" algn="l" defTabSz="914400" rtl="false" eaLnBrk="true" latinLnBrk="false" hangingPunct="true">
              <a:lnSpc>
                <a:spcPct val="90000"/>
              </a:lnSpc>
              <a:spcBef>
                <a:spcPts val="500"/>
              </a:spcBef>
              <a:buFont typeface="Arial" panose="020B0604020202020204" pitchFamily="34" charset="0"/>
              <a:buChar char="•"/>
              <a:defRPr sz="2400" kern="1200">
                <a:solidFill>
                  <a:srgbClr val="000000"/>
                </a:solidFill>
                <a:latin typeface="等线"/>
                <a:ea typeface="等线"/>
                <a:cs typeface="+mn-cs"/>
              </a:defRPr>
            </a:lvl2pPr>
            <a:lvl3pPr marL="1143000" indent="-228600" algn="l" defTabSz="914400" rtl="false" eaLnBrk="true" latinLnBrk="false" hangingPunct="true">
              <a:lnSpc>
                <a:spcPct val="90000"/>
              </a:lnSpc>
              <a:spcBef>
                <a:spcPts val="500"/>
              </a:spcBef>
              <a:buFont typeface="Arial" panose="020B0604020202020204" pitchFamily="34" charset="0"/>
              <a:buChar char="•"/>
              <a:defRPr sz="2000" kern="1200">
                <a:solidFill>
                  <a:srgbClr val="000000"/>
                </a:solidFill>
                <a:latin typeface="等线"/>
                <a:ea typeface="等线"/>
                <a:cs typeface="+mn-cs"/>
              </a:defRPr>
            </a:lvl3pPr>
            <a:lvl4pPr marL="1600200" indent="-228600" algn="l" defTabSz="914400" rtl="false" eaLnBrk="true" latinLnBrk="false" hangingPunct="true">
              <a:lnSpc>
                <a:spcPct val="90000"/>
              </a:lnSpc>
              <a:spcBef>
                <a:spcPts val="500"/>
              </a:spcBef>
              <a:buFont typeface="Arial" panose="020B0604020202020204" pitchFamily="34" charset="0"/>
              <a:buChar char="•"/>
              <a:defRPr sz="1800" kern="1200">
                <a:solidFill>
                  <a:srgbClr val="000000"/>
                </a:solidFill>
                <a:latin typeface="等线"/>
                <a:ea typeface="等线"/>
                <a:cs typeface="+mn-cs"/>
              </a:defRPr>
            </a:lvl4pPr>
            <a:lvl5pPr marL="2057400" indent="-228600" algn="l" defTabSz="914400" rtl="false" eaLnBrk="true" latinLnBrk="false" hangingPunct="true">
              <a:lnSpc>
                <a:spcPct val="90000"/>
              </a:lnSpc>
              <a:spcBef>
                <a:spcPts val="500"/>
              </a:spcBef>
              <a:buFont typeface="Arial" panose="020B0604020202020204" pitchFamily="34" charset="0"/>
              <a:buChar char="•"/>
              <a:defRPr sz="1800" kern="1200">
                <a:solidFill>
                  <a:srgbClr val="000000"/>
                </a:solidFill>
                <a:latin typeface="等线"/>
                <a:ea typeface="等线"/>
                <a:cs typeface="+mn-cs"/>
              </a:defRPr>
            </a:lvl5pPr>
            <a:lvl6pPr marL="2514600" indent="-228600" algn="l" defTabSz="914400" rtl="false" eaLnBrk="true" latinLnBrk="false" hangingPunct="true">
              <a:lnSpc>
                <a:spcPct val="90000"/>
              </a:lnSpc>
              <a:spcBef>
                <a:spcPts val="500"/>
              </a:spcBef>
              <a:buFont typeface="Arial" panose="020B0604020202020204" pitchFamily="34" charset="0"/>
              <a:buChar char="•"/>
              <a:defRPr sz="1800" kern="1200">
                <a:solidFill>
                  <a:srgbClr val="000000"/>
                </a:solidFill>
                <a:latin typeface="等线"/>
                <a:ea typeface="等线"/>
                <a:cs typeface="+mn-cs"/>
              </a:defRPr>
            </a:lvl6pPr>
            <a:lvl7pPr marL="2971800" indent="-228600" algn="l" defTabSz="914400" rtl="false" eaLnBrk="true" latinLnBrk="false" hangingPunct="true">
              <a:lnSpc>
                <a:spcPct val="90000"/>
              </a:lnSpc>
              <a:spcBef>
                <a:spcPts val="500"/>
              </a:spcBef>
              <a:buFont typeface="Arial" panose="020B0604020202020204" pitchFamily="34" charset="0"/>
              <a:buChar char="•"/>
              <a:defRPr sz="1800" kern="1200">
                <a:solidFill>
                  <a:srgbClr val="000000"/>
                </a:solidFill>
                <a:latin typeface="等线"/>
                <a:ea typeface="等线"/>
                <a:cs typeface="+mn-cs"/>
              </a:defRPr>
            </a:lvl7pPr>
            <a:lvl8pPr marL="3429000" indent="-228600" algn="l" defTabSz="914400" rtl="false" eaLnBrk="true" latinLnBrk="false" hangingPunct="true">
              <a:lnSpc>
                <a:spcPct val="90000"/>
              </a:lnSpc>
              <a:spcBef>
                <a:spcPts val="500"/>
              </a:spcBef>
              <a:buFont typeface="Arial" panose="020B0604020202020204" pitchFamily="34" charset="0"/>
              <a:buChar char="•"/>
              <a:defRPr sz="1800" kern="1200">
                <a:solidFill>
                  <a:srgbClr val="000000"/>
                </a:solidFill>
                <a:latin typeface="等线"/>
                <a:ea typeface="等线"/>
                <a:cs typeface="+mn-cs"/>
              </a:defRPr>
            </a:lvl8pPr>
            <a:lvl9pPr marL="3886200" indent="-228600" algn="l" defTabSz="914400" rtl="false" eaLnBrk="true" latinLnBrk="false" hangingPunct="true">
              <a:lnSpc>
                <a:spcPct val="90000"/>
              </a:lnSpc>
              <a:spcBef>
                <a:spcPts val="500"/>
              </a:spcBef>
              <a:buFont typeface="Arial" panose="020B0604020202020204" pitchFamily="34" charset="0"/>
              <a:buChar char="•"/>
              <a:defRPr sz="1800" kern="1200">
                <a:solidFill>
                  <a:srgbClr val="000000"/>
                </a:solidFill>
                <a:latin typeface="等线"/>
                <a:ea typeface="等线"/>
                <a:cs typeface="+mn-cs"/>
              </a:defRPr>
            </a:lvl9pPr>
          </a:lstStyle>
          <a:p>
            <a:pPr marL="0" indent="0" algn="ctr" defTabSz="914400" rtl="false" eaLnBrk="true" latinLnBrk="false" hangingPunct="true">
              <a:lnSpc>
                <a:spcPct val="90000"/>
              </a:lnSpc>
              <a:spcBef>
                <a:spcPts val="1000"/>
              </a:spcBef>
              <a:buFont typeface="Arial" panose="020B0604020202020204" pitchFamily="34" charset="0"/>
              <a:buNone/>
              <a:defRPr sz="2200" b="true" kern="1200" spc="300">
                <a:solidFill>
                  <a:srgbClr val="6A005F"/>
                </a:solidFill>
                <a:latin typeface="思源黑体 CN Bold" panose="020B0800000000000000" pitchFamily="34" charset="-122"/>
                <a:ea typeface="思源黑体 CN Bold" panose="020B0800000000000000" pitchFamily="34" charset="-122"/>
                <a:cs typeface="Segoe UI" panose="020B0502040204020203" pitchFamily="34" charset="0"/>
              </a:defRPr>
            </a:pPr>
            <a:r>
              <a:rPr lang="en-US" altLang="zh-CN" sz="2200" b="true" kern="1200" spc="300" dirty="false">
                <a:solidFill>
                  <a:srgbClr val="6A005F"/>
                </a:solidFill>
                <a:latin typeface="等线" panose="02010600030101010101" pitchFamily="2" charset="-122"/>
                <a:ea typeface="思源黑体 CN Bold" panose="020B0800000000000000" pitchFamily="34" charset="-122"/>
                <a:cs typeface="Segoe UI" panose="020B0502040204020203" pitchFamily="34" charset="0"/>
                <a:sym typeface="等线" panose="02010600030101010101" pitchFamily="2" charset="-122"/>
              </a:rPr>
              <a:t>3</a:t>
            </a:r>
            <a:endParaRPr lang="zh-CN" altLang="en-US" sz="2200" b="true" kern="1200" spc="300" dirty="false">
              <a:solidFill>
                <a:srgbClr val="6A005F"/>
              </a:solidFill>
              <a:latin typeface="等线" panose="02010600030101010101" pitchFamily="2" charset="-122"/>
              <a:ea typeface="思源黑体 CN Bold" panose="020B0800000000000000" pitchFamily="34" charset="-122"/>
              <a:cs typeface="Segoe UI" panose="020B0502040204020203" pitchFamily="34" charset="0"/>
              <a:sym typeface="等线" panose="02010600030101010101" pitchFamily="2" charset="-122"/>
            </a:endParaRPr>
          </a:p>
        </p:txBody>
      </p:sp>
    </p:spTree>
  </p:cSld>
</p:sld>
</file>

<file path=ppt/slides/slide19.xml><?xml version="1.0" encoding="utf-8"?>
<p:sld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p159">
  <p:cSld>
    <p:spTree>
      <p:nvGrpSpPr>
        <p:cNvPr id="106" name=""/>
        <p:cNvGrpSpPr/>
        <p:nvPr/>
      </p:nvGrpSpPr>
      <p:grpSpPr>
        <a:xfrm>
          <a:off x="0" y="0"/>
          <a:ext cx="0" cy="0"/>
          <a:chOff x="0" y="0"/>
          <a:chExt cx="0" cy="0"/>
        </a:xfrm>
      </p:grpSpPr>
      <p:sp>
        <p:nvSpPr>
          <p:cNvPr id="107"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3</a:t>
            </a:r>
            <a:endParaRPr lang="zh-CN" altLang="en-US" dirty="false">
              <a:latin typeface="等线" panose="02010600030101010101" pitchFamily="2" charset="-122"/>
              <a:sym typeface="等线" panose="02010600030101010101" pitchFamily="2" charset="-122"/>
            </a:endParaRPr>
          </a:p>
        </p:txBody>
      </p:sp>
      <p:sp>
        <p:nvSpPr>
          <p:cNvPr id="108" name="文本占位符 2"/>
          <p:cNvSpPr>
            <a:spLocks noGrp="true"/>
          </p:cNvSpPr>
          <p:nvPr>
            <p:ph type="body" sz="quarter" idx="13"/>
          </p:nvPr>
        </p:nvSpPr>
        <p:spPr/>
        <p:txBody>
          <a:bodyPr/>
          <a:lstStyle/>
          <a:p>
            <a:pPr>
              <a:buFont typeface="Arial" panose="020B0604020202020204" pitchFamily="34" charset="0"/>
              <a:buNone/>
            </a:pPr>
            <a:r>
              <a:rPr lang="zh-CN"/>
              <a:t>竞品分析</a:t>
            </a:r>
            <a:endParaRPr lang="zh-CN"/>
          </a:p>
        </p:txBody>
      </p:sp>
      <p:grpSp>
        <p:nvGrpSpPr>
          <p:cNvPr id="109" name="组合 5"/>
          <p:cNvGrpSpPr/>
          <p:nvPr/>
        </p:nvGrpSpPr>
        <p:grpSpPr>
          <a:xfrm>
            <a:off x="3858972" y="1108108"/>
            <a:ext cx="4474056" cy="639525"/>
            <a:chOff x="3667995" y="1108108"/>
            <a:chExt cx="4474056" cy="639525"/>
          </a:xfrm>
        </p:grpSpPr>
        <p:sp>
          <p:nvSpPr>
            <p:cNvPr id="110"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111" name="图片 135"/>
            <p:cNvPicPr>
              <a:picLocks noChangeAspect="true"/>
            </p:cNvPicPr>
            <p:nvPr/>
          </p:nvPicPr>
          <p:blipFill rotWithShape="true">
            <a:blip r:embed="rId2">
              <a:alphaModFix amt="35000"/>
              <a:extLst>
                <a:ext uri="{28A0092B-C50C-407E-A947-70E740481C1C}"/>
              </a:extLst>
            </a:blip>
            <a:srcRect l="4166" t="52992" r="43468" b="39464"/>
            <a:stretch>
              <a:fillRect/>
            </a:stretch>
          </p:blipFill>
          <p:spPr>
            <a:xfrm>
              <a:off x="3667995" y="1110253"/>
              <a:ext cx="4474056" cy="626546"/>
            </a:xfrm>
            <a:prstGeom prst="rect">
              <a:avLst/>
            </a:prstGeom>
          </p:spPr>
        </p:pic>
        <p:sp>
          <p:nvSpPr>
            <p:cNvPr id="112" name="矩形 136"/>
            <p:cNvSpPr/>
            <p:nvPr/>
          </p:nvSpPr>
          <p:spPr>
            <a:xfrm>
              <a:off x="4245737" y="1197037"/>
              <a:ext cx="3695700" cy="463550"/>
            </a:xfrm>
            <a:prstGeom prst="rect">
              <a:avLst/>
            </a:prstGeom>
          </p:spPr>
          <p:txBody>
            <a:bodyPr wrap="square" anchor="ctr">
              <a:spAutoFit/>
            </a:bodyPr>
            <a:lstStyle/>
            <a:p>
              <a:pPr algn="ctr"/>
              <a:r>
                <a:rPr lang="zh-CN" sz="2400" b="true" spc="600">
                  <a:solidFill>
                    <a:schemeClr val="bg1">
                      <a:alpha val="100000"/>
                    </a:schemeClr>
                  </a:solidFill>
                  <a:latin typeface="等线"/>
                  <a:ea typeface="微软雅黑"/>
                  <a:cs typeface="+mn-cs"/>
                  <a:sym typeface="等线"/>
                </a:rPr>
                <a:t>设计亮点</a:t>
              </a:r>
              <a:endParaRPr/>
            </a:p>
          </p:txBody>
        </p:sp>
      </p:grpSp>
      <p:sp>
        <p:nvSpPr>
          <p:cNvPr id="113" name=""/>
          <p:cNvSpPr txBox="true"/>
          <p:nvPr/>
        </p:nvSpPr>
        <p:spPr>
          <a:xfrm rot="0" flipH="false" flipV="false">
            <a:off x="628651" y="1736799"/>
            <a:ext cx="10960100" cy="3517900"/>
          </a:xfrm>
          <a:prstGeom prst="rect"/>
        </p:spPr>
        <p:txBody>
          <a:bodyPr>
            <a:spAutoFit/>
          </a:bodyPr>
          <a:p>
            <a:pPr marL="342900" lvl="0" indent="-342900">
              <a:lnSpc>
                <a:spcPct val="150000"/>
              </a:lnSpc>
              <a:buFont typeface="Arial" panose="020B0604020202020204" pitchFamily="34" charset="0"/>
              <a:buChar char="•"/>
            </a:pPr>
            <a:r>
              <a:rPr lang="zh-CN" sz="2400">
                <a:solidFill>
                  <a:srgbClr val="893A7F">
                    <a:alpha val="100000"/>
                  </a:srgbClr>
                </a:solidFill>
                <a:latin typeface="思源黑体 CN Bold"/>
                <a:ea typeface="思源黑体 CN Bold"/>
                <a:cs typeface="+mn-cs"/>
                <a:sym typeface="等线"/>
              </a:rPr>
              <a:t>多模态交互</a:t>
            </a:r>
            <a:endParaRPr/>
          </a:p>
          <a:p>
            <a:pPr lvl="0">
              <a:lnSpc>
                <a:spcPct val="150000"/>
              </a:lnSpc>
            </a:pPr>
            <a:r>
              <a:rPr lang="en-US" sz="1600">
                <a:solidFill>
                  <a:srgbClr val="404040">
                    <a:alpha val="100000"/>
                  </a:srgbClr>
                </a:solidFill>
                <a:latin typeface="DeepSeek-CJK-patch"/>
                <a:ea typeface="DeepSeek-CJK-patch"/>
                <a:cs typeface="+mn-cs"/>
              </a:rPr>
              <a:t>         </a:t>
            </a:r>
            <a:r>
              <a:rPr lang="zh-CN" sz="1600">
                <a:solidFill>
                  <a:srgbClr val="404040">
                    <a:alpha val="100000"/>
                  </a:srgbClr>
                </a:solidFill>
                <a:latin typeface="DeepSeek-CJK-patch"/>
                <a:ea typeface="DeepSeek-CJK-patch"/>
                <a:cs typeface="+mn-cs"/>
              </a:rPr>
              <a:t>支持混合口音识别，支持情感分析，通过检测用户语音中的情绪，动态调整</a:t>
            </a:r>
            <a:r>
              <a:rPr lang="en-US" sz="1600">
                <a:solidFill>
                  <a:srgbClr val="404040">
                    <a:alpha val="100000"/>
                  </a:srgbClr>
                </a:solidFill>
                <a:latin typeface="DeepSeek-CJK-patch"/>
                <a:ea typeface="DeepSeek-CJK-patch"/>
                <a:cs typeface="+mn-cs"/>
              </a:rPr>
              <a:t>AI</a:t>
            </a:r>
            <a:r>
              <a:rPr lang="zh-CN" sz="1600">
                <a:solidFill>
                  <a:srgbClr val="404040">
                    <a:alpha val="100000"/>
                  </a:srgbClr>
                </a:solidFill>
                <a:latin typeface="DeepSeek-CJK-patch"/>
                <a:ea typeface="DeepSeek-CJK-patch"/>
                <a:cs typeface="+mn-cs"/>
              </a:rPr>
              <a:t>回应，进行鼓励或放慢语速</a:t>
            </a:r>
            <a:r>
              <a:rPr lang="zh-CN" sz="1600">
                <a:solidFill>
                  <a:srgbClr val="404040">
                    <a:alpha val="100000"/>
                  </a:srgbClr>
                </a:solidFill>
                <a:latin typeface="DeepSeek-CJK-patch"/>
                <a:ea typeface="DeepSeek-CJK-patch"/>
                <a:cs typeface="+mn-cs"/>
              </a:rPr>
              <a:t>。</a:t>
            </a:r>
            <a:endParaRPr/>
          </a:p>
          <a:p>
            <a:pPr lvl="0">
              <a:lnSpc>
                <a:spcPct val="150000"/>
              </a:lnSpc>
            </a:pPr>
            <a:endParaRPr lang="en-US" sz="1600">
              <a:solidFill>
                <a:srgbClr val="404040">
                  <a:alpha val="100000"/>
                </a:srgbClr>
              </a:solidFill>
              <a:latin typeface="DeepSeek-CJK-patch"/>
              <a:ea typeface="DeepSeek-CJK-patch"/>
              <a:cs typeface="+mn-cs"/>
            </a:endParaRPr>
          </a:p>
          <a:p>
            <a:pPr marL="285750" lvl="0" indent="-285750">
              <a:lnSpc>
                <a:spcPct val="150000"/>
              </a:lnSpc>
              <a:buFont typeface="Arial" panose="020B0604020202020204" pitchFamily="34" charset="0"/>
              <a:buChar char="•"/>
            </a:pPr>
            <a:r>
              <a:rPr lang="zh-CN" sz="2400">
                <a:solidFill>
                  <a:srgbClr val="893A7F">
                    <a:alpha val="100000"/>
                  </a:srgbClr>
                </a:solidFill>
                <a:latin typeface="思源黑体 CN Bold"/>
                <a:ea typeface="思源黑体 CN Bold"/>
                <a:cs typeface="+mn-cs"/>
                <a:sym typeface="等线"/>
              </a:rPr>
              <a:t>基于深度学习模型</a:t>
            </a:r>
            <a:endParaRPr/>
          </a:p>
          <a:p>
            <a:pPr lvl="0">
              <a:lnSpc>
                <a:spcPct val="150000"/>
              </a:lnSpc>
            </a:pPr>
            <a:r>
              <a:rPr lang="en-US" sz="1600">
                <a:solidFill>
                  <a:srgbClr val="404040">
                    <a:alpha val="100000"/>
                  </a:srgbClr>
                </a:solidFill>
                <a:latin typeface="DeepSeek-CJK-patch"/>
                <a:ea typeface="DeepSeek-CJK-patch"/>
                <a:cs typeface="+mn-cs"/>
              </a:rPr>
              <a:t>         </a:t>
            </a:r>
            <a:r>
              <a:rPr sz="1600">
                <a:solidFill>
                  <a:srgbClr val="404040">
                    <a:alpha val="100000"/>
                  </a:srgbClr>
                </a:solidFill>
                <a:latin typeface="DeepSeek-CJK-patch"/>
                <a:ea typeface="DeepSeek-CJK-patch"/>
                <a:cs typeface="+mn-cs"/>
              </a:rPr>
              <a:t>基于 GPT-4 架构微调，针对语言学习优化</a:t>
            </a:r>
            <a:r>
              <a:rPr lang="zh-CN" sz="1600">
                <a:solidFill>
                  <a:srgbClr val="404040">
                    <a:alpha val="100000"/>
                  </a:srgbClr>
                </a:solidFill>
                <a:latin typeface="DeepSeek-CJK-patch"/>
                <a:ea typeface="DeepSeek-CJK-patch"/>
                <a:cs typeface="+mn-cs"/>
              </a:rPr>
              <a:t>，确保回答自然且符合逻辑</a:t>
            </a:r>
            <a:r>
              <a:rPr lang="zh-CN" sz="1600">
                <a:solidFill>
                  <a:srgbClr val="404040">
                    <a:alpha val="100000"/>
                  </a:srgbClr>
                </a:solidFill>
                <a:latin typeface="DeepSeek-CJK-patch"/>
                <a:ea typeface="DeepSeek-CJK-patch"/>
                <a:cs typeface="+mn-cs"/>
              </a:rPr>
              <a:t>。</a:t>
            </a:r>
            <a:endParaRPr/>
          </a:p>
          <a:p>
            <a:pPr lvl="0">
              <a:lnSpc>
                <a:spcPct val="150000"/>
              </a:lnSpc>
            </a:pPr>
            <a:endParaRPr lang="en-US" sz="1400">
              <a:latin typeface="思源黑体 CN Normal"/>
              <a:ea typeface="思源黑体 CN Normal"/>
              <a:cs typeface="+mn-cs"/>
              <a:sym typeface="等线"/>
            </a:endParaRPr>
          </a:p>
          <a:p>
            <a:pPr marL="342900" lvl="0" indent="-342900">
              <a:lnSpc>
                <a:spcPct val="150000"/>
              </a:lnSpc>
              <a:buFont typeface="Arial" panose="020B0604020202020204" pitchFamily="34" charset="0"/>
              <a:buChar char="•"/>
            </a:pPr>
            <a:r>
              <a:rPr lang="zh-CN" sz="2400">
                <a:solidFill>
                  <a:srgbClr val="893A7F">
                    <a:alpha val="100000"/>
                  </a:srgbClr>
                </a:solidFill>
                <a:latin typeface="思源黑体 CN Bold"/>
                <a:ea typeface="思源黑体 CN Bold"/>
                <a:cs typeface="+mn-cs"/>
                <a:sym typeface="等线"/>
              </a:rPr>
              <a:t>文化沉浸</a:t>
            </a:r>
            <a:endParaRPr/>
          </a:p>
          <a:p>
            <a:pPr lvl="0">
              <a:lnSpc>
                <a:spcPct val="150000"/>
              </a:lnSpc>
            </a:pPr>
            <a:r>
              <a:rPr lang="en-US" sz="1600">
                <a:solidFill>
                  <a:srgbClr val="404040">
                    <a:alpha val="100000"/>
                  </a:srgbClr>
                </a:solidFill>
                <a:latin typeface="DeepSeek-CJK-patch"/>
                <a:ea typeface="DeepSeek-CJK-patch"/>
                <a:cs typeface="+mn-cs"/>
              </a:rPr>
              <a:t>         </a:t>
            </a:r>
            <a:r>
              <a:rPr sz="1600">
                <a:solidFill>
                  <a:srgbClr val="404040">
                    <a:alpha val="100000"/>
                  </a:srgbClr>
                </a:solidFill>
                <a:latin typeface="DeepSeek-CJK-patch"/>
                <a:ea typeface="DeepSeek-CJK-patch"/>
                <a:cs typeface="+mn-cs"/>
              </a:rPr>
              <a:t>对话中穿插目标语言国家的礼仪禁忌</a:t>
            </a:r>
            <a:r>
              <a:rPr lang="zh-CN" sz="1600">
                <a:solidFill>
                  <a:srgbClr val="404040">
                    <a:alpha val="100000"/>
                  </a:srgbClr>
                </a:solidFill>
                <a:latin typeface="DeepSeek-CJK-patch"/>
                <a:ea typeface="DeepSeek-CJK-patch"/>
                <a:cs typeface="+mn-cs"/>
              </a:rPr>
              <a:t>，也有不同地区的俚语表达</a:t>
            </a:r>
            <a:r>
              <a:rPr lang="zh-CN" sz="1600">
                <a:solidFill>
                  <a:srgbClr val="404040">
                    <a:alpha val="100000"/>
                  </a:srgbClr>
                </a:solidFill>
                <a:latin typeface="DeepSeek-CJK-patch"/>
                <a:ea typeface="DeepSeek-CJK-patch"/>
                <a:cs typeface="+mn-cs"/>
              </a:rPr>
              <a:t>。</a:t>
            </a:r>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14" name=""/>
        <p:cNvGrpSpPr/>
        <p:nvPr/>
      </p:nvGrpSpPr>
      <p:grpSpPr>
        <a:xfrm>
          <a:off x="0" y="0"/>
          <a:ext cx="0" cy="0"/>
          <a:chOff x="0" y="0"/>
          <a:chExt cx="0" cy="0"/>
        </a:xfrm>
      </p:grpSpPr>
      <p:sp>
        <p:nvSpPr>
          <p:cNvPr id="115" name="文本占位符 387"/>
          <p:cNvSpPr>
            <a:spLocks noGrp="true"/>
          </p:cNvSpPr>
          <p:nvPr userDrawn="true">
            <p:ph type="body" sz="quarter" idx="12"/>
          </p:nvPr>
        </p:nvSpPr>
        <p:spPr>
          <a:prstGeom prst="rect">
            <a:avLst/>
          </a:prstGeom>
        </p:spPr>
        <p:txBody>
          <a:bodyPr/>
          <a:p>
            <a:pPr>
              <a:buFont typeface="Arial" panose="020B0604020202020204" pitchFamily="34" charset="0"/>
              <a:buNone/>
            </a:pPr>
            <a:r>
              <a:rPr lang="en-US"/>
              <a:t>3</a:t>
            </a:r>
            <a:endParaRPr/>
          </a:p>
        </p:txBody>
      </p:sp>
      <p:sp>
        <p:nvSpPr>
          <p:cNvPr id="116" name="文本占位符 387"/>
          <p:cNvSpPr>
            <a:spLocks noGrp="true"/>
          </p:cNvSpPr>
          <p:nvPr userDrawn="true">
            <p:ph type="body" sz="quarter" idx="13"/>
          </p:nvPr>
        </p:nvSpPr>
        <p:spPr>
          <a:xfrm rot="0" flipH="false" flipV="false">
            <a:off x="827507" y="81066"/>
            <a:ext cx="3215623" cy="401955"/>
          </a:xfrm>
          <a:prstGeom prst="rect">
            <a:avLst/>
          </a:prstGeom>
        </p:spPr>
        <p:txBody>
          <a:bodyPr/>
          <a:p>
            <a:pPr>
              <a:buFont typeface="Arial" panose="020B0604020202020204" pitchFamily="34" charset="0"/>
              <a:buNone/>
            </a:pPr>
            <a:r>
              <a:rPr lang="zh-CN"/>
              <a:t>竞品分析</a:t>
            </a:r>
            <a:endParaRPr/>
          </a:p>
        </p:txBody>
      </p:sp>
      <p:grpSp>
        <p:nvGrpSpPr>
          <p:cNvPr id="117" name="组合 5"/>
          <p:cNvGrpSpPr/>
          <p:nvPr/>
        </p:nvGrpSpPr>
        <p:grpSpPr>
          <a:xfrm>
            <a:off x="3858972" y="1108108"/>
            <a:ext cx="4474056" cy="639525"/>
            <a:chOff x="3667995" y="1108108"/>
            <a:chExt cx="4474056" cy="639525"/>
          </a:xfrm>
        </p:grpSpPr>
        <p:sp>
          <p:nvSpPr>
            <p:cNvPr id="118"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119" name="图片 135"/>
            <p:cNvPicPr>
              <a:picLocks noChangeAspect="true"/>
            </p:cNvPicPr>
            <p:nvPr/>
          </p:nvPicPr>
          <p:blipFill rotWithShape="true">
            <a:blip r:embed="rId1">
              <a:alphaModFix amt="35000"/>
              <a:extLst>
                <a:ext uri="{28A0092B-C50C-407E-A947-70E740481C1C}"/>
              </a:extLst>
            </a:blip>
            <a:srcRect l="4166" t="52992" r="43468" b="39464"/>
            <a:stretch>
              <a:fillRect/>
            </a:stretch>
          </p:blipFill>
          <p:spPr>
            <a:xfrm>
              <a:off x="3667995" y="1110253"/>
              <a:ext cx="4474056" cy="626546"/>
            </a:xfrm>
            <a:prstGeom prst="rect">
              <a:avLst/>
            </a:prstGeom>
          </p:spPr>
        </p:pic>
        <p:sp>
          <p:nvSpPr>
            <p:cNvPr id="120" name="矩形 136"/>
            <p:cNvSpPr/>
            <p:nvPr/>
          </p:nvSpPr>
          <p:spPr>
            <a:xfrm>
              <a:off x="4245737" y="1200212"/>
              <a:ext cx="3695700" cy="457200"/>
            </a:xfrm>
            <a:prstGeom prst="rect">
              <a:avLst/>
            </a:prstGeom>
          </p:spPr>
          <p:txBody>
            <a:bodyPr wrap="square" anchor="ctr">
              <a:spAutoFit/>
            </a:bodyPr>
            <a:lstStyle/>
            <a:p>
              <a:pPr algn="ctr"/>
              <a:r>
                <a:rPr lang="zh-CN" sz="2400" b="true" spc="600">
                  <a:solidFill>
                    <a:schemeClr val="bg1">
                      <a:alpha val="100000"/>
                    </a:schemeClr>
                  </a:solidFill>
                  <a:latin typeface="等线"/>
                  <a:ea typeface="微软雅黑"/>
                  <a:cs typeface="+mn-cs"/>
                  <a:sym typeface="等线"/>
                </a:rPr>
                <a:t>其他相关产品</a:t>
              </a:r>
              <a:endParaRPr/>
            </a:p>
          </p:txBody>
        </p:sp>
      </p:grpSp>
      <p:sp>
        <p:nvSpPr>
          <p:cNvPr id="121" name=""/>
          <p:cNvSpPr txBox="true"/>
          <p:nvPr/>
        </p:nvSpPr>
        <p:spPr>
          <a:xfrm rot="0" flipH="false" flipV="false">
            <a:off x="628651" y="1736799"/>
            <a:ext cx="10960100" cy="3397250"/>
          </a:xfrm>
          <a:prstGeom prst="rect"/>
        </p:spPr>
        <p:txBody>
          <a:bodyPr>
            <a:spAutoFit/>
          </a:bodyPr>
          <a:p>
            <a:pPr marL="342900" lvl="0" indent="-342900">
              <a:lnSpc>
                <a:spcPct val="150000"/>
              </a:lnSpc>
              <a:buFont typeface="Arial" panose="020B0604020202020204" pitchFamily="34" charset="0"/>
              <a:buChar char="•"/>
            </a:pPr>
            <a:r>
              <a:rPr lang="en-US" sz="2400">
                <a:solidFill>
                  <a:srgbClr val="893A7F">
                    <a:alpha val="100000"/>
                  </a:srgbClr>
                </a:solidFill>
                <a:latin typeface="思源黑体 CN Bold"/>
                <a:ea typeface="思源黑体 CN Bold"/>
                <a:cs typeface="+mn-cs"/>
                <a:sym typeface="等线"/>
              </a:rPr>
              <a:t>Speak&amp;Improve</a:t>
            </a:r>
            <a:endParaRPr/>
          </a:p>
          <a:p>
            <a:pPr lvl="0">
              <a:lnSpc>
                <a:spcPct val="150000"/>
              </a:lnSpc>
            </a:pPr>
            <a:r>
              <a:rPr lang="en-US" sz="1600">
                <a:solidFill>
                  <a:srgbClr val="404040">
                    <a:alpha val="100000"/>
                  </a:srgbClr>
                </a:solidFill>
                <a:latin typeface="DeepSeek-CJK-patch"/>
                <a:ea typeface="DeepSeek-CJK-patch"/>
                <a:cs typeface="+mn-cs"/>
              </a:rPr>
              <a:t>        </a:t>
            </a:r>
            <a:r>
              <a:rPr sz="1600">
                <a:solidFill>
                  <a:srgbClr val="404040">
                    <a:alpha val="100000"/>
                  </a:srgbClr>
                </a:solidFill>
                <a:latin typeface="DeepSeek-CJK-patch"/>
                <a:ea typeface="DeepSeek-CJK-patch"/>
                <a:cs typeface="+mn-cs"/>
              </a:rPr>
              <a:t>通过AI模拟真实口语考试环境，提供即时反馈与分数预测，帮助用户针对性强化弱点。</a:t>
            </a:r>
            <a:endParaRPr/>
          </a:p>
          <a:p>
            <a:pPr lvl="0">
              <a:lnSpc>
                <a:spcPct val="150000"/>
              </a:lnSpc>
            </a:pPr>
            <a:endParaRPr lang="en-US" sz="1600">
              <a:solidFill>
                <a:srgbClr val="404040">
                  <a:alpha val="100000"/>
                </a:srgbClr>
              </a:solidFill>
              <a:latin typeface="DeepSeek-CJK-patch"/>
              <a:ea typeface="DeepSeek-CJK-patch"/>
              <a:cs typeface="+mn-cs"/>
            </a:endParaRPr>
          </a:p>
          <a:p>
            <a:pPr marL="285750" lvl="0" indent="-285750">
              <a:lnSpc>
                <a:spcPct val="150000"/>
              </a:lnSpc>
              <a:buFont typeface="Arial" panose="020B0604020202020204" pitchFamily="34" charset="0"/>
              <a:buChar char="•"/>
            </a:pPr>
            <a:r>
              <a:rPr lang="en-US" sz="2400">
                <a:solidFill>
                  <a:srgbClr val="893A7F">
                    <a:alpha val="100000"/>
                  </a:srgbClr>
                </a:solidFill>
                <a:latin typeface="思源黑体 CN Bold"/>
                <a:ea typeface="思源黑体 CN Bold"/>
                <a:cs typeface="+mn-cs"/>
                <a:sym typeface="等线"/>
              </a:rPr>
              <a:t>Mondly VR</a:t>
            </a:r>
            <a:endParaRPr/>
          </a:p>
          <a:p>
            <a:pPr marL="349758" lvl="0" indent="0" algn="l">
              <a:lnSpc>
                <a:spcPct val="100000"/>
              </a:lnSpc>
              <a:buNone/>
            </a:pPr>
            <a:r>
              <a:rPr sz="1600">
                <a:solidFill>
                  <a:srgbClr val="404040">
                    <a:alpha val="100000"/>
                  </a:srgbClr>
                </a:solidFill>
                <a:latin typeface="DeepSeek-CJK-patch"/>
                <a:ea typeface="DeepSeek-CJK-patch"/>
                <a:cs typeface="+mn-cs"/>
              </a:rPr>
              <a:t>VR环境 + 多模态对话引擎</a:t>
            </a:r>
            <a:r>
              <a:rPr lang="zh-CN" sz="1600">
                <a:solidFill>
                  <a:srgbClr val="404040">
                    <a:alpha val="100000"/>
                  </a:srgbClr>
                </a:solidFill>
                <a:latin typeface="DeepSeek-CJK-patch"/>
                <a:ea typeface="DeepSeek-CJK-patch"/>
                <a:cs typeface="+mn-cs"/>
              </a:rPr>
              <a:t>，</a:t>
            </a:r>
            <a:r>
              <a:rPr sz="1600">
                <a:solidFill>
                  <a:srgbClr val="404040">
                    <a:alpha val="100000"/>
                  </a:srgbClr>
                </a:solidFill>
                <a:latin typeface="DeepSeek-CJK-patch"/>
                <a:ea typeface="DeepSeek-CJK-patch"/>
                <a:cs typeface="+mn-cs"/>
              </a:rPr>
              <a:t>在360°虚拟场景中与AI角色互动</a:t>
            </a:r>
            <a:r>
              <a:rPr lang="zh-CN" sz="1600">
                <a:solidFill>
                  <a:srgbClr val="404040">
                    <a:alpha val="100000"/>
                  </a:srgbClr>
                </a:solidFill>
                <a:latin typeface="DeepSeek-CJK-patch"/>
                <a:ea typeface="DeepSeek-CJK-patch"/>
                <a:cs typeface="+mn-cs"/>
              </a:rPr>
              <a:t>。</a:t>
            </a:r>
            <a:endParaRPr/>
          </a:p>
          <a:p>
            <a:pPr lvl="0">
              <a:lnSpc>
                <a:spcPct val="150000"/>
              </a:lnSpc>
            </a:pPr>
            <a:endParaRPr lang="en-US" sz="1400">
              <a:latin typeface="思源黑体 CN Normal"/>
              <a:ea typeface="思源黑体 CN Normal"/>
              <a:cs typeface="+mn-cs"/>
              <a:sym typeface="等线"/>
            </a:endParaRPr>
          </a:p>
          <a:p>
            <a:pPr marL="342900" lvl="0" indent="-342900">
              <a:lnSpc>
                <a:spcPct val="150000"/>
              </a:lnSpc>
              <a:buFont typeface="Arial" panose="020B0604020202020204" pitchFamily="34" charset="0"/>
              <a:buChar char="•"/>
            </a:pPr>
            <a:r>
              <a:rPr lang="en-US" sz="2400">
                <a:solidFill>
                  <a:srgbClr val="893A7F">
                    <a:alpha val="100000"/>
                  </a:srgbClr>
                </a:solidFill>
                <a:latin typeface="思源黑体 CN Bold"/>
                <a:ea typeface="思源黑体 CN Bold"/>
                <a:cs typeface="+mn-cs"/>
                <a:sym typeface="等线"/>
              </a:rPr>
              <a:t>TalkPal</a:t>
            </a:r>
            <a:endParaRPr/>
          </a:p>
          <a:p>
            <a:pPr lvl="0">
              <a:lnSpc>
                <a:spcPct val="150000"/>
              </a:lnSpc>
            </a:pPr>
            <a:r>
              <a:rPr lang="en-US" sz="1600">
                <a:solidFill>
                  <a:srgbClr val="404040">
                    <a:alpha val="100000"/>
                  </a:srgbClr>
                </a:solidFill>
                <a:latin typeface="DeepSeek-CJK-patch"/>
                <a:ea typeface="DeepSeek-CJK-patch"/>
                <a:cs typeface="+mn-cs"/>
              </a:rPr>
              <a:t>         </a:t>
            </a:r>
            <a:r>
              <a:rPr lang="zh-CN" sz="1600">
                <a:solidFill>
                  <a:srgbClr val="404040">
                    <a:alpha val="100000"/>
                  </a:srgbClr>
                </a:solidFill>
                <a:latin typeface="DeepSeek-CJK-patch"/>
                <a:ea typeface="DeepSeek-CJK-patch"/>
                <a:cs typeface="+mn-cs"/>
              </a:rPr>
              <a:t>多场景对话模拟，</a:t>
            </a:r>
            <a:r>
              <a:rPr lang="en-US" sz="1600">
                <a:solidFill>
                  <a:srgbClr val="404040">
                    <a:alpha val="100000"/>
                  </a:srgbClr>
                </a:solidFill>
                <a:latin typeface="DeepSeek-CJK-patch"/>
                <a:ea typeface="DeepSeek-CJK-patch"/>
                <a:cs typeface="+mn-cs"/>
              </a:rPr>
              <a:t>AI</a:t>
            </a:r>
            <a:r>
              <a:rPr lang="zh-CN" sz="1600">
                <a:solidFill>
                  <a:srgbClr val="404040">
                    <a:alpha val="100000"/>
                  </a:srgbClr>
                </a:solidFill>
                <a:latin typeface="DeepSeek-CJK-patch"/>
                <a:ea typeface="DeepSeek-CJK-patch"/>
                <a:cs typeface="+mn-cs"/>
              </a:rPr>
              <a:t>根据用户的回答动态进行难度调整</a:t>
            </a:r>
            <a:r>
              <a:rPr lang="zh-CN" sz="1600">
                <a:solidFill>
                  <a:srgbClr val="404040">
                    <a:alpha val="100000"/>
                  </a:srgbClr>
                </a:solidFill>
                <a:latin typeface="DeepSeek-CJK-patch"/>
                <a:ea typeface="DeepSeek-CJK-patch"/>
                <a:cs typeface="+mn-cs"/>
              </a:rPr>
              <a:t>。</a:t>
            </a:r>
            <a:endParaRPr/>
          </a:p>
        </p:txBody>
      </p:sp>
    </p:spTree>
  </p:cSld>
</p:sld>
</file>

<file path=ppt/slides/slide21.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122" name=""/>
        <p:cNvGrpSpPr/>
        <p:nvPr/>
      </p:nvGrpSpPr>
      <p:grpSpPr>
        <a:xfrm>
          <a:off x="0" y="0"/>
          <a:ext cx="0" cy="0"/>
          <a:chOff x="0" y="0"/>
          <a:chExt cx="0" cy="0"/>
        </a:xfrm>
      </p:grpSpPr>
      <p:sp>
        <p:nvSpPr>
          <p:cNvPr id="123" name="文本占位符 1"/>
          <p:cNvSpPr>
            <a:spLocks noGrp="true"/>
          </p:cNvSpPr>
          <p:nvPr>
            <p:ph type="body" sz="quarter" idx="10"/>
          </p:nvPr>
        </p:nvSpPr>
        <p:spPr/>
        <p:txBody>
          <a:bodyPr/>
          <a:lstStyle/>
          <a:p>
            <a:pPr/>
            <a:r>
              <a:rPr lang="en-US" altLang="zh-CN" dirty="false">
                <a:latin typeface="等线" panose="02010600030101010101" pitchFamily="2" charset="-122"/>
                <a:sym typeface="等线" panose="02010600030101010101" pitchFamily="2" charset="-122"/>
              </a:rPr>
              <a:t>4</a:t>
            </a:r>
            <a:endParaRPr lang="zh-CN" altLang="en-US" dirty="false">
              <a:latin typeface="等线" panose="02010600030101010101" pitchFamily="2" charset="-122"/>
              <a:sym typeface="等线" panose="02010600030101010101" pitchFamily="2" charset="-122"/>
            </a:endParaRPr>
          </a:p>
        </p:txBody>
      </p:sp>
      <p:sp>
        <p:nvSpPr>
          <p:cNvPr id="124" name="文本占位符 2"/>
          <p:cNvSpPr>
            <a:spLocks noGrp="true"/>
          </p:cNvSpPr>
          <p:nvPr>
            <p:ph type="body" sz="quarter" idx="11"/>
          </p:nvPr>
        </p:nvSpPr>
        <p:spPr/>
        <p:txBody>
          <a:bodyPr/>
          <a:lstStyle/>
          <a:p>
            <a:pPr algn="ctr">
              <a:buFont typeface="Arial" panose="020B0604020202020204" pitchFamily="34" charset="0"/>
              <a:buNone/>
            </a:pPr>
            <a:r>
              <a:rPr lang="zh-CN">
                <a:latin typeface="等线"/>
                <a:ea typeface="思源黑体 CN Bold"/>
                <a:cs typeface="+mn-cs"/>
                <a:sym typeface="等线"/>
              </a:rPr>
              <a:t>已有工作</a:t>
            </a:r>
            <a:endParaRPr lang="zh-CN">
              <a:latin typeface="等线"/>
              <a:ea typeface="思源黑体 CN Bold"/>
              <a:cs typeface="+mn-cs"/>
              <a:sym typeface="等线"/>
            </a:endParaRPr>
          </a:p>
        </p:txBody>
      </p:sp>
      <p:sp>
        <p:nvSpPr>
          <p:cNvPr id="125" name="文本占位符 3"/>
          <p:cNvSpPr>
            <a:spLocks noGrp="true"/>
          </p:cNvSpPr>
          <p:nvPr>
            <p:ph type="body" sz="quarter" idx="12"/>
          </p:nvPr>
        </p:nvSpPr>
        <p:spPr/>
        <p:txBody>
          <a:bodyPr>
            <a:normAutofit fontScale="100000"/>
          </a:bodyPr>
          <a:lstStyle/>
          <a:p>
            <a:pPr algn="ctr">
              <a:buFont typeface="Arial" panose="020B0604020202020204" pitchFamily="34" charset="0"/>
              <a:buNone/>
            </a:pPr>
            <a:r>
              <a:rPr lang="en-US">
                <a:latin typeface="等线"/>
                <a:ea typeface="等线"/>
                <a:cs typeface="Segoe UI"/>
                <a:sym typeface="等线"/>
              </a:rPr>
              <a:t>Existing Work</a:t>
            </a:r>
            <a:endParaRPr lang="zh-CN">
              <a:latin typeface="等线"/>
              <a:ea typeface="等线"/>
              <a:cs typeface="Segoe UI"/>
              <a:sym typeface="等线"/>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2.xml><?xml version="1.0" encoding="utf-8"?>
<p:sld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p159">
  <p:cSld>
    <p:spTree>
      <p:nvGrpSpPr>
        <p:cNvPr id="126" name=""/>
        <p:cNvGrpSpPr/>
        <p:nvPr/>
      </p:nvGrpSpPr>
      <p:grpSpPr>
        <a:xfrm>
          <a:off x="0" y="0"/>
          <a:ext cx="0" cy="0"/>
          <a:chOff x="0" y="0"/>
          <a:chExt cx="0" cy="0"/>
        </a:xfrm>
      </p:grpSpPr>
      <p:sp>
        <p:nvSpPr>
          <p:cNvPr id="127" name="文本占位符 1"/>
          <p:cNvSpPr>
            <a:spLocks noGrp="true"/>
          </p:cNvSpPr>
          <p:nvPr>
            <p:ph type="body" sz="quarter" idx="12"/>
          </p:nvPr>
        </p:nvSpPr>
        <p:spPr/>
        <p:txBody>
          <a:bodyPr/>
          <a:lstStyle/>
          <a:p>
            <a:pPr>
              <a:buFont typeface="Arial" panose="020B0604020202020204" pitchFamily="34" charset="0"/>
              <a:buNone/>
            </a:pPr>
            <a:r>
              <a:rPr lang="en-US">
                <a:latin typeface="等线"/>
                <a:ea typeface="思源黑体 CN Bold"/>
                <a:cs typeface="Segoe UI"/>
                <a:sym typeface="等线"/>
              </a:rPr>
              <a:t>4</a:t>
            </a:r>
            <a:endParaRPr lang="zh-CN">
              <a:latin typeface="等线"/>
              <a:ea typeface="思源黑体 CN Bold"/>
              <a:cs typeface="Segoe UI"/>
              <a:sym typeface="等线"/>
            </a:endParaRPr>
          </a:p>
        </p:txBody>
      </p:sp>
      <p:sp>
        <p:nvSpPr>
          <p:cNvPr id="128" name="文本占位符 2"/>
          <p:cNvSpPr>
            <a:spLocks noGrp="true"/>
          </p:cNvSpPr>
          <p:nvPr>
            <p:ph type="body" sz="quarter" idx="13"/>
          </p:nvPr>
        </p:nvSpPr>
        <p:spPr/>
        <p:txBody>
          <a:bodyPr/>
          <a:lstStyle/>
          <a:p>
            <a:pPr>
              <a:buFont typeface="Arial" panose="020B0604020202020204" pitchFamily="34" charset="0"/>
              <a:buNone/>
            </a:pPr>
            <a:r>
              <a:rPr lang="zh-CN"/>
              <a:t>已有工作</a:t>
            </a:r>
            <a:endParaRPr lang="zh-CN"/>
          </a:p>
        </p:txBody>
      </p:sp>
      <p:grpSp>
        <p:nvGrpSpPr>
          <p:cNvPr id="129" name="组合 5"/>
          <p:cNvGrpSpPr/>
          <p:nvPr/>
        </p:nvGrpSpPr>
        <p:grpSpPr>
          <a:xfrm rot="0" flipH="false" flipV="false">
            <a:off x="3628192" y="882023"/>
            <a:ext cx="4530563" cy="639525"/>
            <a:chOff x="3852153" y="1108108"/>
            <a:chExt cx="4530563" cy="639525"/>
          </a:xfrm>
        </p:grpSpPr>
        <p:sp>
          <p:nvSpPr>
            <p:cNvPr id="130"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131" name="图片 135"/>
            <p:cNvPicPr>
              <a:picLocks noChangeAspect="true"/>
            </p:cNvPicPr>
            <p:nvPr/>
          </p:nvPicPr>
          <p:blipFill rotWithShape="true">
            <a:blip r:embed="rId2">
              <a:alphaModFix amt="35000"/>
              <a:extLst>
                <a:ext uri="{28A0092B-C50C-407E-A947-70E740481C1C}"/>
              </a:extLst>
            </a:blip>
            <a:srcRect l="4166" t="52992" r="43468" b="39464"/>
            <a:stretch>
              <a:fillRect/>
            </a:stretch>
          </p:blipFill>
          <p:spPr>
            <a:xfrm>
              <a:off x="3908660" y="1121048"/>
              <a:ext cx="4474056" cy="626546"/>
            </a:xfrm>
            <a:prstGeom prst="rect">
              <a:avLst/>
            </a:prstGeom>
          </p:spPr>
        </p:pic>
        <p:sp>
          <p:nvSpPr>
            <p:cNvPr id="132" name="矩形 136"/>
            <p:cNvSpPr/>
            <p:nvPr/>
          </p:nvSpPr>
          <p:spPr>
            <a:xfrm>
              <a:off x="4245737" y="1200857"/>
              <a:ext cx="3695700" cy="457200"/>
            </a:xfrm>
            <a:prstGeom prst="rect">
              <a:avLst/>
            </a:prstGeom>
          </p:spPr>
          <p:txBody>
            <a:bodyPr wrap="square" anchor="ctr">
              <a:spAutoFit/>
            </a:bodyPr>
            <a:lstStyle/>
            <a:p>
              <a:pPr algn="ctr"/>
              <a:r>
                <a:rPr lang="en-US" sz="2400" b="true" spc="600">
                  <a:solidFill>
                    <a:schemeClr val="bg1">
                      <a:alpha val="100000"/>
                    </a:schemeClr>
                  </a:solidFill>
                  <a:latin typeface="等线"/>
                  <a:ea typeface="微软雅黑"/>
                  <a:cs typeface="+mn-cs"/>
                  <a:sym typeface="等线"/>
                </a:rPr>
                <a:t>What is SOS</a:t>
              </a:r>
              <a:endParaRPr/>
            </a:p>
          </p:txBody>
        </p:sp>
      </p:grpSp>
      <p:sp>
        <p:nvSpPr>
          <p:cNvPr id="133" name="文本框 12"/>
          <p:cNvSpPr txBox="true"/>
          <p:nvPr/>
        </p:nvSpPr>
        <p:spPr>
          <a:xfrm rot="0" flipH="false" flipV="false">
            <a:off x="617867" y="1435147"/>
            <a:ext cx="10033000" cy="793750"/>
          </a:xfrm>
          <a:prstGeom prst="rect">
            <a:avLst/>
          </a:prstGeom>
          <a:noFill/>
        </p:spPr>
        <p:txBody>
          <a:bodyPr wrap="square">
            <a:spAutoFit/>
          </a:bodyPr>
          <a:lstStyle/>
          <a:p>
            <a:pPr/>
            <a:br>
              <a:rPr/>
            </a:br>
            <a:endParaRPr/>
          </a:p>
          <a:p>
            <a:pPr marL="0" indent="-342900">
              <a:lnSpc>
                <a:spcPct val="100000"/>
              </a:lnSpc>
            </a:pPr>
            <a:r>
              <a:rPr lang="en-US" sz="1800">
                <a:latin typeface="思源黑体 CN Normal"/>
                <a:ea typeface="思源黑体 CN Normal"/>
                <a:cs typeface="+mn-cs"/>
                <a:sym typeface="等线"/>
              </a:rPr>
              <a:t>AI-Enhanced-Scholarly Speaking Assistant with Interactive Voice and Facial Expression Feedback</a:t>
            </a:r>
            <a:endParaRPr/>
          </a:p>
          <a:p>
            <a:pPr marL="0" indent="-342900">
              <a:lnSpc>
                <a:spcPct val="100000"/>
              </a:lnSpc>
            </a:pPr>
            <a:endParaRPr lang="en-US" sz="1600">
              <a:solidFill>
                <a:srgbClr val="000000">
                  <a:alpha val="90000"/>
                </a:srgbClr>
              </a:solidFill>
              <a:highlight>
                <a:srgbClr val="F3F3F3">
                  <a:alpha val="100000"/>
                </a:srgbClr>
              </a:highlight>
              <a:latin typeface="腾讯体 W3"/>
              <a:ea typeface="腾讯体 W3"/>
              <a:cs typeface="+mn-cs"/>
            </a:endParaRPr>
          </a:p>
        </p:txBody>
      </p:sp>
      <p:pic>
        <p:nvPicPr>
          <p:cNvPr id="134" name="图片 3"/>
          <p:cNvPicPr>
            <a:picLocks noChangeAspect="true"/>
          </p:cNvPicPr>
          <p:nvPr/>
        </p:nvPicPr>
        <p:blipFill>
          <a:blip r:embed="rId3"/>
          <a:stretch>
            <a:fillRect/>
          </a:stretch>
        </p:blipFill>
        <p:spPr>
          <a:xfrm>
            <a:off x="504825" y="3429000"/>
            <a:ext cx="5483860" cy="3078480"/>
          </a:xfrm>
          <a:prstGeom prst="rect">
            <a:avLst/>
          </a:prstGeom>
        </p:spPr>
      </p:pic>
      <p:pic>
        <p:nvPicPr>
          <p:cNvPr id="135" name="图片 6"/>
          <p:cNvPicPr>
            <a:picLocks noChangeAspect="true"/>
          </p:cNvPicPr>
          <p:nvPr/>
        </p:nvPicPr>
        <p:blipFill>
          <a:blip r:embed="rId4"/>
          <a:stretch>
            <a:fillRect/>
          </a:stretch>
        </p:blipFill>
        <p:spPr>
          <a:xfrm>
            <a:off x="6185535" y="3416300"/>
            <a:ext cx="5513070" cy="3091815"/>
          </a:xfrm>
          <a:prstGeom prst="rect">
            <a:avLst/>
          </a:prstGeom>
        </p:spPr>
      </p:pic>
      <p:sp>
        <p:nvSpPr>
          <p:cNvPr id="136" name=""/>
          <p:cNvSpPr txBox="true"/>
          <p:nvPr/>
        </p:nvSpPr>
        <p:spPr>
          <a:xfrm rot="0" flipH="false" flipV="false">
            <a:off x="6185535" y="2413047"/>
            <a:ext cx="2387600" cy="368300"/>
          </a:xfrm>
          <a:prstGeom prst="rect">
            <a:avLst/>
          </a:prstGeom>
          <a:ln w="12700">
            <a:prstDash val="solid"/>
            <a:miter lim="800000"/>
          </a:ln>
        </p:spPr>
        <p:txBody>
          <a:bodyPr>
            <a:spAutoFit/>
          </a:bodyPr>
          <a:p>
            <a:pPr/>
            <a:r>
              <a:rPr lang="zh-CN"/>
              <a:t>交互</a:t>
            </a:r>
            <a:r>
              <a:rPr lang="en-US"/>
              <a:t>-</a:t>
            </a:r>
            <a:r>
              <a:rPr lang="zh-CN"/>
              <a:t>声音</a:t>
            </a:r>
            <a:r>
              <a:rPr lang="en-US"/>
              <a:t>-</a:t>
            </a:r>
            <a:r>
              <a:rPr lang="zh-CN"/>
              <a:t>视频</a:t>
            </a:r>
            <a:endParaRPr/>
          </a:p>
        </p:txBody>
      </p:sp>
      <p:sp>
        <p:nvSpPr>
          <p:cNvPr id="137" name=""/>
          <p:cNvSpPr txBox="true"/>
          <p:nvPr/>
        </p:nvSpPr>
        <p:spPr>
          <a:xfrm rot="0" flipH="false" flipV="false">
            <a:off x="2666612" y="2413047"/>
            <a:ext cx="2710329" cy="368300"/>
          </a:xfrm>
          <a:prstGeom prst="rect">
            <a:avLst/>
          </a:prstGeom>
          <a:ln w="12700">
            <a:prstDash val="solid"/>
            <a:miter lim="800000"/>
          </a:ln>
        </p:spPr>
        <p:txBody>
          <a:bodyPr>
            <a:spAutoFit/>
          </a:bodyPr>
          <a:p>
            <a:pPr/>
            <a:r>
              <a:rPr lang="zh-CN"/>
              <a:t>英语</a:t>
            </a:r>
            <a:r>
              <a:rPr lang="en-US"/>
              <a:t>-</a:t>
            </a:r>
            <a:r>
              <a:rPr lang="zh-CN"/>
              <a:t>学术</a:t>
            </a:r>
            <a:r>
              <a:rPr lang="en-US"/>
              <a:t>-</a:t>
            </a:r>
            <a:r>
              <a:rPr lang="zh-CN"/>
              <a:t>口语</a:t>
            </a:r>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3.xml><?xml version="1.0" encoding="utf-8"?>
<p:sld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p159">
  <p:cSld>
    <p:spTree>
      <p:nvGrpSpPr>
        <p:cNvPr id="138" name=""/>
        <p:cNvGrpSpPr/>
        <p:nvPr/>
      </p:nvGrpSpPr>
      <p:grpSpPr>
        <a:xfrm>
          <a:off x="0" y="0"/>
          <a:ext cx="0" cy="0"/>
          <a:chOff x="0" y="0"/>
          <a:chExt cx="0" cy="0"/>
        </a:xfrm>
      </p:grpSpPr>
      <p:sp>
        <p:nvSpPr>
          <p:cNvPr id="139" name="文本占位符 1"/>
          <p:cNvSpPr>
            <a:spLocks noGrp="true"/>
          </p:cNvSpPr>
          <p:nvPr>
            <p:ph type="body" sz="quarter" idx="12"/>
          </p:nvPr>
        </p:nvSpPr>
        <p:spPr/>
        <p:txBody>
          <a:bodyPr/>
          <a:lstStyle/>
          <a:p>
            <a:pPr>
              <a:buFont typeface="Arial" panose="020B0604020202020204" pitchFamily="34" charset="0"/>
              <a:buNone/>
            </a:pPr>
            <a:r>
              <a:rPr lang="en-US">
                <a:latin typeface="等线"/>
                <a:ea typeface="思源黑体 CN Bold"/>
                <a:cs typeface="Segoe UI"/>
                <a:sym typeface="等线"/>
              </a:rPr>
              <a:t>4</a:t>
            </a:r>
            <a:endParaRPr lang="zh-CN">
              <a:latin typeface="等线"/>
              <a:ea typeface="思源黑体 CN Bold"/>
              <a:cs typeface="Segoe UI"/>
              <a:sym typeface="等线"/>
            </a:endParaRPr>
          </a:p>
        </p:txBody>
      </p:sp>
      <p:sp>
        <p:nvSpPr>
          <p:cNvPr id="140" name="文本占位符 2"/>
          <p:cNvSpPr>
            <a:spLocks noGrp="true"/>
          </p:cNvSpPr>
          <p:nvPr>
            <p:ph type="body" sz="quarter" idx="13"/>
          </p:nvPr>
        </p:nvSpPr>
        <p:spPr/>
        <p:txBody>
          <a:bodyPr/>
          <a:lstStyle/>
          <a:p>
            <a:pPr>
              <a:buFont typeface="Arial" panose="020B0604020202020204" pitchFamily="34" charset="0"/>
              <a:buNone/>
            </a:pPr>
            <a:r>
              <a:rPr lang="zh-CN"/>
              <a:t>已有工作</a:t>
            </a:r>
            <a:endParaRPr lang="zh-CN"/>
          </a:p>
        </p:txBody>
      </p:sp>
      <p:grpSp>
        <p:nvGrpSpPr>
          <p:cNvPr id="141" name="组合 5"/>
          <p:cNvGrpSpPr/>
          <p:nvPr/>
        </p:nvGrpSpPr>
        <p:grpSpPr>
          <a:xfrm rot="0" flipH="false" flipV="false">
            <a:off x="3628192" y="882023"/>
            <a:ext cx="5233651" cy="639525"/>
            <a:chOff x="3852153" y="1108108"/>
            <a:chExt cx="4530562" cy="639525"/>
          </a:xfrm>
        </p:grpSpPr>
        <p:sp>
          <p:nvSpPr>
            <p:cNvPr id="142"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143" name="图片 135"/>
            <p:cNvPicPr>
              <a:picLocks noChangeAspect="true"/>
            </p:cNvPicPr>
            <p:nvPr/>
          </p:nvPicPr>
          <p:blipFill rotWithShape="true">
            <a:blip r:embed="rId1">
              <a:alphaModFix amt="35000"/>
              <a:extLst>
                <a:ext uri="{28A0092B-C50C-407E-A947-70E740481C1C}"/>
              </a:extLst>
            </a:blip>
            <a:srcRect l="4166" t="52992" r="43468" b="39464"/>
            <a:stretch>
              <a:fillRect/>
            </a:stretch>
          </p:blipFill>
          <p:spPr>
            <a:xfrm>
              <a:off x="3908660" y="1121048"/>
              <a:ext cx="4474056" cy="626546"/>
            </a:xfrm>
            <a:prstGeom prst="rect">
              <a:avLst/>
            </a:prstGeom>
          </p:spPr>
        </p:pic>
        <p:sp>
          <p:nvSpPr>
            <p:cNvPr id="144" name="矩形 136"/>
            <p:cNvSpPr/>
            <p:nvPr/>
          </p:nvSpPr>
          <p:spPr>
            <a:xfrm>
              <a:off x="4245737" y="1200857"/>
              <a:ext cx="3695700" cy="457200"/>
            </a:xfrm>
            <a:prstGeom prst="rect">
              <a:avLst/>
            </a:prstGeom>
          </p:spPr>
          <p:txBody>
            <a:bodyPr wrap="square" anchor="ctr">
              <a:spAutoFit/>
            </a:bodyPr>
            <a:lstStyle/>
            <a:p>
              <a:pPr algn="ctr"/>
              <a:r>
                <a:rPr lang="zh-CN" sz="2400" b="true" spc="600">
                  <a:solidFill>
                    <a:schemeClr val="bg1">
                      <a:alpha val="100000"/>
                    </a:schemeClr>
                  </a:solidFill>
                  <a:latin typeface="等线"/>
                  <a:ea typeface="微软雅黑"/>
                  <a:cs typeface="+mn-cs"/>
                  <a:sym typeface="等线"/>
                </a:rPr>
                <a:t>学长学姐提供了什么</a:t>
              </a:r>
              <a:endParaRPr/>
            </a:p>
          </p:txBody>
        </p:sp>
      </p:grpSp>
      <p:sp>
        <p:nvSpPr>
          <p:cNvPr id="145" name="文本框 12"/>
          <p:cNvSpPr txBox="true"/>
          <p:nvPr/>
        </p:nvSpPr>
        <p:spPr>
          <a:xfrm rot="0" flipH="false" flipV="false">
            <a:off x="628651" y="1663065"/>
            <a:ext cx="10033000" cy="273050"/>
          </a:xfrm>
          <a:prstGeom prst="rect">
            <a:avLst/>
          </a:prstGeom>
          <a:noFill/>
        </p:spPr>
        <p:txBody>
          <a:bodyPr wrap="square">
            <a:spAutoFit/>
          </a:bodyPr>
          <a:lstStyle/>
          <a:p>
            <a:pPr/>
            <a:br>
              <a:rPr/>
            </a:br>
            <a:endParaRPr/>
          </a:p>
        </p:txBody>
      </p:sp>
      <p:sp>
        <p:nvSpPr>
          <p:cNvPr id="146" name="文本框 12"/>
          <p:cNvSpPr txBox="true"/>
          <p:nvPr/>
        </p:nvSpPr>
        <p:spPr>
          <a:xfrm rot="0" flipH="false" flipV="false">
            <a:off x="342696" y="1663065"/>
            <a:ext cx="10033000" cy="793750"/>
          </a:xfrm>
          <a:prstGeom prst="rect">
            <a:avLst/>
          </a:prstGeom>
          <a:noFill/>
        </p:spPr>
        <p:txBody>
          <a:bodyPr wrap="square">
            <a:spAutoFit/>
          </a:bodyPr>
          <a:lstStyle/>
          <a:p>
            <a:pPr/>
            <a:br>
              <a:rPr/>
            </a:br>
            <a:endParaRPr/>
          </a:p>
          <a:p>
            <a:pPr marL="0" indent="-342900">
              <a:lnSpc>
                <a:spcPct val="100000"/>
              </a:lnSpc>
            </a:pPr>
            <a:r>
              <a:rPr lang="zh-CN" sz="1800">
                <a:latin typeface="思源黑体 CN Normal"/>
                <a:ea typeface="思源黑体 CN Normal"/>
                <a:cs typeface="+mn-cs"/>
                <a:sym typeface="等线"/>
              </a:rPr>
              <a:t>一个</a:t>
            </a:r>
            <a:r>
              <a:rPr lang="en-US" sz="1800">
                <a:latin typeface="思源黑体 CN Normal"/>
                <a:ea typeface="思源黑体 CN Normal"/>
                <a:cs typeface="+mn-cs"/>
                <a:sym typeface="等线"/>
              </a:rPr>
              <a:t>Unity</a:t>
            </a:r>
            <a:r>
              <a:rPr lang="zh-CN" sz="1800">
                <a:latin typeface="思源黑体 CN Normal"/>
                <a:ea typeface="思源黑体 CN Normal"/>
                <a:cs typeface="+mn-cs"/>
                <a:sym typeface="等线"/>
              </a:rPr>
              <a:t>前端框架，用于前端展示，场景模拟，</a:t>
            </a:r>
            <a:r>
              <a:rPr lang="zh-CN" sz="1800">
                <a:latin typeface="思源黑体 CN Normal"/>
                <a:ea typeface="思源黑体 CN Normal"/>
                <a:cs typeface="+mn-cs"/>
                <a:sym typeface="等线"/>
              </a:rPr>
              <a:t>控制观众动画，</a:t>
            </a:r>
            <a:r>
              <a:rPr lang="zh-CN" sz="1800">
                <a:latin typeface="思源黑体 CN Normal"/>
                <a:ea typeface="思源黑体 CN Normal"/>
                <a:cs typeface="+mn-cs"/>
                <a:sym typeface="等线"/>
              </a:rPr>
              <a:t>接受声音，视频等交互数据、</a:t>
            </a:r>
            <a:endParaRPr/>
          </a:p>
          <a:p>
            <a:pPr marL="0" indent="-342900">
              <a:lnSpc>
                <a:spcPct val="100000"/>
              </a:lnSpc>
            </a:pPr>
            <a:endParaRPr lang="en-US" sz="1600">
              <a:solidFill>
                <a:srgbClr val="000000">
                  <a:alpha val="90000"/>
                </a:srgbClr>
              </a:solidFill>
              <a:highlight>
                <a:srgbClr val="F3F3F3">
                  <a:alpha val="100000"/>
                </a:srgbClr>
              </a:highlight>
              <a:latin typeface="腾讯体 W3"/>
              <a:ea typeface="腾讯体 W3"/>
              <a:cs typeface="+mn-cs"/>
            </a:endParaRPr>
          </a:p>
        </p:txBody>
      </p:sp>
      <p:pic>
        <p:nvPicPr>
          <p:cNvPr id="147" name=""/>
          <p:cNvPicPr>
            <a:picLocks noChangeAspect="true"/>
          </p:cNvPicPr>
          <p:nvPr/>
        </p:nvPicPr>
        <p:blipFill>
          <a:blip r:embed="rId2"/>
          <a:stretch>
            <a:fillRect/>
          </a:stretch>
        </p:blipFill>
        <p:spPr>
          <a:xfrm rot="0" flipH="false" flipV="false">
            <a:off x="342696" y="3156170"/>
            <a:ext cx="5145937" cy="3216370"/>
          </a:xfrm>
          <a:prstGeom prst="rect"/>
        </p:spPr>
      </p:pic>
      <p:sp>
        <p:nvSpPr>
          <p:cNvPr id="148" name="文本框 12"/>
          <p:cNvSpPr txBox="true"/>
          <p:nvPr/>
        </p:nvSpPr>
        <p:spPr>
          <a:xfrm rot="0" flipH="false" flipV="false">
            <a:off x="342696" y="2362420"/>
            <a:ext cx="10033000" cy="793750"/>
          </a:xfrm>
          <a:prstGeom prst="rect">
            <a:avLst/>
          </a:prstGeom>
          <a:noFill/>
        </p:spPr>
        <p:txBody>
          <a:bodyPr wrap="square">
            <a:spAutoFit/>
          </a:bodyPr>
          <a:lstStyle/>
          <a:p>
            <a:pPr/>
            <a:br>
              <a:rPr/>
            </a:br>
            <a:endParaRPr/>
          </a:p>
          <a:p>
            <a:pPr marL="0" indent="-342900">
              <a:lnSpc>
                <a:spcPct val="100000"/>
              </a:lnSpc>
            </a:pPr>
            <a:r>
              <a:rPr lang="zh-CN" sz="1800">
                <a:latin typeface="思源黑体 CN Normal"/>
                <a:ea typeface="思源黑体 CN Normal"/>
                <a:cs typeface="+mn-cs"/>
                <a:sym typeface="等线"/>
              </a:rPr>
              <a:t>一个</a:t>
            </a:r>
            <a:r>
              <a:rPr lang="en-US" sz="1800">
                <a:latin typeface="思源黑体 CN Normal"/>
                <a:ea typeface="思源黑体 CN Normal"/>
                <a:cs typeface="+mn-cs"/>
                <a:sym typeface="等线"/>
              </a:rPr>
              <a:t>Python</a:t>
            </a:r>
            <a:r>
              <a:rPr lang="zh-CN" sz="1800">
                <a:latin typeface="思源黑体 CN Normal"/>
                <a:ea typeface="思源黑体 CN Normal"/>
                <a:cs typeface="+mn-cs"/>
                <a:sym typeface="等线"/>
              </a:rPr>
              <a:t>后端框架</a:t>
            </a:r>
            <a:r>
              <a:rPr lang="en-US" sz="1800">
                <a:latin typeface="思源黑体 CN Normal"/>
                <a:ea typeface="思源黑体 CN Normal"/>
                <a:cs typeface="+mn-cs"/>
                <a:sym typeface="等线"/>
              </a:rPr>
              <a:t> Flash Server</a:t>
            </a:r>
            <a:r>
              <a:rPr lang="zh-CN" sz="1800">
                <a:latin typeface="思源黑体 CN Normal"/>
                <a:ea typeface="思源黑体 CN Normal"/>
                <a:cs typeface="+mn-cs"/>
                <a:sym typeface="等线"/>
              </a:rPr>
              <a:t>用于与</a:t>
            </a:r>
            <a:r>
              <a:rPr lang="en-US" sz="1800">
                <a:latin typeface="思源黑体 CN Normal"/>
                <a:ea typeface="思源黑体 CN Normal"/>
                <a:cs typeface="+mn-cs"/>
                <a:sym typeface="等线"/>
              </a:rPr>
              <a:t>Unity</a:t>
            </a:r>
            <a:r>
              <a:rPr lang="zh-CN" sz="1800">
                <a:latin typeface="思源黑体 CN Normal"/>
                <a:ea typeface="思源黑体 CN Normal"/>
                <a:cs typeface="+mn-cs"/>
                <a:sym typeface="等线"/>
              </a:rPr>
              <a:t>通信</a:t>
            </a:r>
            <a:r>
              <a:rPr lang="en-US" sz="1800">
                <a:latin typeface="思源黑体 CN Normal"/>
                <a:ea typeface="思源黑体 CN Normal"/>
                <a:cs typeface="+mn-cs"/>
                <a:sym typeface="等线"/>
              </a:rPr>
              <a:t> </a:t>
            </a:r>
            <a:r>
              <a:rPr lang="zh-CN" sz="1800">
                <a:latin typeface="思源黑体 CN Normal"/>
                <a:ea typeface="思源黑体 CN Normal"/>
                <a:cs typeface="+mn-cs"/>
                <a:sym typeface="等线"/>
              </a:rPr>
              <a:t>，</a:t>
            </a:r>
            <a:r>
              <a:rPr lang="zh-CN" sz="1800">
                <a:latin typeface="思源黑体 CN Normal"/>
                <a:ea typeface="思源黑体 CN Normal"/>
                <a:cs typeface="+mn-cs"/>
                <a:sym typeface="等线"/>
              </a:rPr>
              <a:t>音频和视频处理</a:t>
            </a:r>
            <a:r>
              <a:rPr lang="en-US" sz="1800">
                <a:latin typeface="思源黑体 CN Normal"/>
                <a:ea typeface="思源黑体 CN Normal"/>
                <a:cs typeface="+mn-cs"/>
                <a:sym typeface="等线"/>
              </a:rPr>
              <a:t> </a:t>
            </a:r>
            <a:r>
              <a:rPr lang="en-US" sz="1800">
                <a:latin typeface="思源黑体 CN Normal"/>
                <a:ea typeface="思源黑体 CN Normal"/>
                <a:cs typeface="+mn-cs"/>
                <a:sym typeface="等线"/>
              </a:rPr>
              <a:t> </a:t>
            </a:r>
            <a:endParaRPr/>
          </a:p>
          <a:p>
            <a:pPr marL="0" indent="-342900">
              <a:lnSpc>
                <a:spcPct val="100000"/>
              </a:lnSpc>
            </a:pPr>
            <a:endParaRPr lang="en-US" sz="1600">
              <a:solidFill>
                <a:srgbClr val="000000">
                  <a:alpha val="90000"/>
                </a:srgbClr>
              </a:solidFill>
              <a:highlight>
                <a:srgbClr val="F3F3F3">
                  <a:alpha val="100000"/>
                </a:srgbClr>
              </a:highlight>
              <a:latin typeface="腾讯体 W3"/>
              <a:ea typeface="腾讯体 W3"/>
              <a:cs typeface="+mn-cs"/>
            </a:endParaRPr>
          </a:p>
        </p:txBody>
      </p:sp>
      <p:pic>
        <p:nvPicPr>
          <p:cNvPr id="149" name=""/>
          <p:cNvPicPr>
            <a:picLocks noChangeAspect="true"/>
          </p:cNvPicPr>
          <p:nvPr/>
        </p:nvPicPr>
        <p:blipFill>
          <a:blip r:embed="rId3"/>
          <a:stretch>
            <a:fillRect/>
          </a:stretch>
        </p:blipFill>
        <p:spPr>
          <a:xfrm rot="0" flipH="false" flipV="false">
            <a:off x="5777915" y="3156170"/>
            <a:ext cx="5387220" cy="3216370"/>
          </a:xfrm>
          <a:prstGeom prst="rect"/>
        </p:spPr>
      </p:pic>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4.xml><?xml version="1.0" encoding="utf-8"?>
<p:sld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p159">
  <p:cSld>
    <p:spTree>
      <p:nvGrpSpPr>
        <p:cNvPr id="150" name=""/>
        <p:cNvGrpSpPr/>
        <p:nvPr/>
      </p:nvGrpSpPr>
      <p:grpSpPr>
        <a:xfrm>
          <a:off x="0" y="0"/>
          <a:ext cx="0" cy="0"/>
          <a:chOff x="0" y="0"/>
          <a:chExt cx="0" cy="0"/>
        </a:xfrm>
      </p:grpSpPr>
      <p:sp>
        <p:nvSpPr>
          <p:cNvPr id="151"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3</a:t>
            </a:r>
            <a:endParaRPr lang="zh-CN" altLang="en-US" dirty="false">
              <a:latin typeface="等线" panose="02010600030101010101" pitchFamily="2" charset="-122"/>
              <a:sym typeface="等线" panose="02010600030101010101" pitchFamily="2" charset="-122"/>
            </a:endParaRPr>
          </a:p>
        </p:txBody>
      </p:sp>
      <p:sp>
        <p:nvSpPr>
          <p:cNvPr id="152" name="文本占位符 2"/>
          <p:cNvSpPr>
            <a:spLocks noGrp="true"/>
          </p:cNvSpPr>
          <p:nvPr>
            <p:ph type="body" sz="quarter" idx="13"/>
          </p:nvPr>
        </p:nvSpPr>
        <p:spPr/>
        <p:txBody>
          <a:bodyPr/>
          <a:lstStyle/>
          <a:p>
            <a:pPr/>
            <a:r>
              <a:rPr lang="zh-CN" altLang="en-US" dirty="false"/>
              <a:t>系统</a:t>
            </a:r>
            <a:r>
              <a:rPr lang="zh-CN" altLang="en-US" dirty="false"/>
              <a:t>介绍</a:t>
            </a:r>
            <a:endParaRPr lang="zh-CN" altLang="en-US" dirty="false"/>
          </a:p>
        </p:txBody>
      </p:sp>
      <p:grpSp>
        <p:nvGrpSpPr>
          <p:cNvPr id="153" name="组合 5"/>
          <p:cNvGrpSpPr/>
          <p:nvPr/>
        </p:nvGrpSpPr>
        <p:grpSpPr>
          <a:xfrm rot="0" flipH="false" flipV="false">
            <a:off x="3628192" y="882023"/>
            <a:ext cx="5233651" cy="639525"/>
            <a:chOff x="3852152" y="1108108"/>
            <a:chExt cx="4530563" cy="639525"/>
          </a:xfrm>
        </p:grpSpPr>
        <p:sp>
          <p:nvSpPr>
            <p:cNvPr id="154"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155" name="图片 135"/>
            <p:cNvPicPr>
              <a:picLocks noChangeAspect="true"/>
            </p:cNvPicPr>
            <p:nvPr/>
          </p:nvPicPr>
          <p:blipFill rotWithShape="true">
            <a:blip r:embed="rId1">
              <a:alphaModFix amt="35000"/>
              <a:extLst>
                <a:ext uri="{28A0092B-C50C-407E-A947-70E740481C1C}"/>
              </a:extLst>
            </a:blip>
            <a:srcRect l="4166" t="52992" r="43468" b="39464"/>
            <a:stretch>
              <a:fillRect/>
            </a:stretch>
          </p:blipFill>
          <p:spPr>
            <a:xfrm>
              <a:off x="3908660" y="1121048"/>
              <a:ext cx="4474056" cy="626546"/>
            </a:xfrm>
            <a:prstGeom prst="rect">
              <a:avLst/>
            </a:prstGeom>
          </p:spPr>
        </p:pic>
        <p:sp>
          <p:nvSpPr>
            <p:cNvPr id="156" name="矩形 136"/>
            <p:cNvSpPr/>
            <p:nvPr/>
          </p:nvSpPr>
          <p:spPr>
            <a:xfrm>
              <a:off x="4245737" y="1200857"/>
              <a:ext cx="3699441" cy="457200"/>
            </a:xfrm>
            <a:prstGeom prst="rect">
              <a:avLst/>
            </a:prstGeom>
          </p:spPr>
          <p:txBody>
            <a:bodyPr wrap="square" anchor="ctr">
              <a:spAutoFit/>
            </a:bodyPr>
            <a:lstStyle/>
            <a:p>
              <a:pPr algn="ctr"/>
              <a:r>
                <a:rPr lang="zh-CN" sz="2400" b="true" spc="600">
                  <a:solidFill>
                    <a:schemeClr val="bg1">
                      <a:alpha val="100000"/>
                    </a:schemeClr>
                  </a:solidFill>
                  <a:latin typeface="等线"/>
                  <a:ea typeface="微软雅黑"/>
                  <a:cs typeface="+mn-cs"/>
                  <a:sym typeface="等线"/>
                </a:rPr>
                <a:t>优化点</a:t>
              </a:r>
              <a:r>
                <a:rPr lang="en-US" sz="2400" b="true" spc="600">
                  <a:solidFill>
                    <a:schemeClr val="bg1">
                      <a:alpha val="100000"/>
                    </a:schemeClr>
                  </a:solidFill>
                  <a:latin typeface="等线"/>
                  <a:ea typeface="微软雅黑"/>
                  <a:cs typeface="+mn-cs"/>
                  <a:sym typeface="等线"/>
                </a:rPr>
                <a:t>1</a:t>
              </a:r>
              <a:r>
                <a:rPr lang="zh-CN" sz="2400" b="true" spc="600">
                  <a:solidFill>
                    <a:schemeClr val="bg1">
                      <a:alpha val="100000"/>
                    </a:schemeClr>
                  </a:solidFill>
                  <a:latin typeface="等线"/>
                  <a:ea typeface="微软雅黑"/>
                  <a:cs typeface="+mn-cs"/>
                  <a:sym typeface="等线"/>
                </a:rPr>
                <a:t>：画面表现</a:t>
              </a:r>
              <a:endParaRPr/>
            </a:p>
          </p:txBody>
        </p:sp>
      </p:grpSp>
      <p:sp>
        <p:nvSpPr>
          <p:cNvPr id="157" name="文本框 12"/>
          <p:cNvSpPr txBox="true"/>
          <p:nvPr/>
        </p:nvSpPr>
        <p:spPr>
          <a:xfrm rot="0" flipH="false" flipV="false">
            <a:off x="628651" y="1663065"/>
            <a:ext cx="10033000" cy="533400"/>
          </a:xfrm>
          <a:prstGeom prst="rect">
            <a:avLst/>
          </a:prstGeom>
          <a:noFill/>
        </p:spPr>
        <p:txBody>
          <a:bodyPr wrap="square">
            <a:spAutoFit/>
          </a:bodyPr>
          <a:lstStyle/>
          <a:p>
            <a:pPr/>
            <a:br>
              <a:rPr/>
            </a:br>
            <a:endParaRPr/>
          </a:p>
          <a:p>
            <a:pPr marL="0" indent="-342900">
              <a:lnSpc>
                <a:spcPct val="100000"/>
              </a:lnSpc>
            </a:pPr>
            <a:endParaRPr sz="1700" b="true">
              <a:solidFill>
                <a:srgbClr val="000000">
                  <a:alpha val="100000"/>
                </a:srgbClr>
              </a:solidFill>
              <a:latin typeface="LinBiolinumTB"/>
              <a:ea typeface="LinBiolinumTB"/>
              <a:cs typeface="+mn-cs"/>
            </a:endParaRPr>
          </a:p>
        </p:txBody>
      </p:sp>
      <p:sp>
        <p:nvSpPr>
          <p:cNvPr id="158" name=""/>
          <p:cNvSpPr txBox="true"/>
          <p:nvPr/>
        </p:nvSpPr>
        <p:spPr>
          <a:xfrm rot="0" flipH="false" flipV="false">
            <a:off x="242453" y="1663065"/>
            <a:ext cx="11727116" cy="641350"/>
          </a:xfrm>
          <a:prstGeom prst="rect">
            <a:avLst/>
          </a:prstGeom>
          <a:ln w="12700">
            <a:prstDash val="solid"/>
            <a:miter lim="800000"/>
          </a:ln>
        </p:spPr>
        <p:txBody>
          <a:bodyPr>
            <a:spAutoFit/>
          </a:bodyPr>
          <a:p>
            <a:pPr/>
            <a:r>
              <a:rPr lang="zh-CN"/>
              <a:t>真实感渲染场景是提升用户沉浸感的关键因素，现有效果渲染比较塑料化</a:t>
            </a:r>
            <a:r>
              <a:rPr lang="en-US"/>
              <a:t>,</a:t>
            </a:r>
            <a:r>
              <a:rPr lang="zh-CN"/>
              <a:t>环境渲染用的默认</a:t>
            </a:r>
            <a:r>
              <a:rPr lang="en-US"/>
              <a:t>Shader</a:t>
            </a:r>
            <a:r>
              <a:rPr lang="zh-CN"/>
              <a:t>，人物渲染用的</a:t>
            </a:r>
            <a:r>
              <a:rPr lang="en-US"/>
              <a:t>Diffuse Shader</a:t>
            </a:r>
            <a:endParaRPr/>
          </a:p>
        </p:txBody>
      </p:sp>
      <p:pic>
        <p:nvPicPr>
          <p:cNvPr id="159" name=""/>
          <p:cNvPicPr>
            <a:picLocks noChangeAspect="true"/>
          </p:cNvPicPr>
          <p:nvPr/>
        </p:nvPicPr>
        <p:blipFill>
          <a:blip r:embed="rId2"/>
          <a:stretch>
            <a:fillRect/>
          </a:stretch>
        </p:blipFill>
        <p:spPr>
          <a:xfrm rot="0" flipH="false" flipV="false">
            <a:off x="6277657" y="3056812"/>
            <a:ext cx="2772487" cy="3472375"/>
          </a:xfrm>
          <a:prstGeom prst="rect"/>
        </p:spPr>
      </p:pic>
      <p:pic>
        <p:nvPicPr>
          <p:cNvPr id="160" name=""/>
          <p:cNvPicPr>
            <a:picLocks noChangeAspect="true"/>
          </p:cNvPicPr>
          <p:nvPr/>
        </p:nvPicPr>
        <p:blipFill>
          <a:blip r:embed="rId3"/>
          <a:stretch>
            <a:fillRect/>
          </a:stretch>
        </p:blipFill>
        <p:spPr>
          <a:xfrm rot="0" flipH="false" flipV="false">
            <a:off x="423379" y="3233057"/>
            <a:ext cx="5018569" cy="2820365"/>
          </a:xfrm>
          <a:prstGeom prst="rect"/>
        </p:spPr>
      </p:pic>
      <p:pic>
        <p:nvPicPr>
          <p:cNvPr id="161" name=""/>
          <p:cNvPicPr/>
          <p:nvPr/>
        </p:nvPicPr>
        <p:blipFill>
          <a:blip r:embed="rId4"/>
          <a:stretch>
            <a:fillRect/>
          </a:stretch>
        </p:blipFill>
        <p:spPr>
          <a:xfrm rot="0" flipH="false" flipV="false">
            <a:off x="9045616" y="3056812"/>
            <a:ext cx="2923953" cy="3472374"/>
          </a:xfrm>
          <a:prstGeom prst="rect"/>
        </p:spPr>
      </p:pic>
      <p:sp>
        <p:nvSpPr>
          <p:cNvPr id="162" name=""/>
          <p:cNvSpPr txBox="true"/>
          <p:nvPr/>
        </p:nvSpPr>
        <p:spPr>
          <a:xfrm rot="0" flipH="false" flipV="false">
            <a:off x="242453" y="2427558"/>
            <a:ext cx="7010400" cy="368300"/>
          </a:xfrm>
          <a:prstGeom prst="rect">
            <a:avLst/>
          </a:prstGeom>
          <a:ln w="12700">
            <a:prstDash val="solid"/>
            <a:miter lim="800000"/>
          </a:ln>
        </p:spPr>
        <p:txBody>
          <a:bodyPr>
            <a:spAutoFit/>
          </a:bodyPr>
          <a:p>
            <a:pPr/>
            <a:r>
              <a:rPr lang="zh-CN"/>
              <a:t>场景渲染增加</a:t>
            </a:r>
            <a:r>
              <a:rPr lang="en-US"/>
              <a:t>URP</a:t>
            </a:r>
            <a:r>
              <a:rPr lang="zh-CN"/>
              <a:t>管线，预烘培全局光照，角色渲染定制化</a:t>
            </a:r>
            <a:r>
              <a:rPr lang="en-US"/>
              <a:t>Shader</a:t>
            </a:r>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5.xml><?xml version="1.0" encoding="utf-8"?>
<p:sld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p159">
  <p:cSld>
    <p:spTree>
      <p:nvGrpSpPr>
        <p:cNvPr id="163" name=""/>
        <p:cNvGrpSpPr/>
        <p:nvPr/>
      </p:nvGrpSpPr>
      <p:grpSpPr>
        <a:xfrm>
          <a:off x="0" y="0"/>
          <a:ext cx="0" cy="0"/>
          <a:chOff x="0" y="0"/>
          <a:chExt cx="0" cy="0"/>
        </a:xfrm>
      </p:grpSpPr>
      <p:sp>
        <p:nvSpPr>
          <p:cNvPr id="164"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3</a:t>
            </a:r>
            <a:endParaRPr lang="zh-CN" altLang="en-US" dirty="false">
              <a:latin typeface="等线" panose="02010600030101010101" pitchFamily="2" charset="-122"/>
              <a:sym typeface="等线" panose="02010600030101010101" pitchFamily="2" charset="-122"/>
            </a:endParaRPr>
          </a:p>
        </p:txBody>
      </p:sp>
      <p:sp>
        <p:nvSpPr>
          <p:cNvPr id="165" name="文本占位符 2"/>
          <p:cNvSpPr>
            <a:spLocks noGrp="true"/>
          </p:cNvSpPr>
          <p:nvPr>
            <p:ph type="body" sz="quarter" idx="13"/>
          </p:nvPr>
        </p:nvSpPr>
        <p:spPr/>
        <p:txBody>
          <a:bodyPr/>
          <a:lstStyle/>
          <a:p>
            <a:pPr/>
            <a:r>
              <a:rPr lang="zh-CN" altLang="en-US" dirty="false"/>
              <a:t>系统</a:t>
            </a:r>
            <a:r>
              <a:rPr lang="zh-CN" altLang="en-US" dirty="false"/>
              <a:t>介绍</a:t>
            </a:r>
            <a:endParaRPr lang="zh-CN" altLang="en-US" dirty="false"/>
          </a:p>
        </p:txBody>
      </p:sp>
      <p:grpSp>
        <p:nvGrpSpPr>
          <p:cNvPr id="166" name="组合 5"/>
          <p:cNvGrpSpPr/>
          <p:nvPr/>
        </p:nvGrpSpPr>
        <p:grpSpPr>
          <a:xfrm rot="0" flipH="false" flipV="false">
            <a:off x="3628192" y="882023"/>
            <a:ext cx="5233651" cy="639525"/>
            <a:chOff x="3852153" y="1108108"/>
            <a:chExt cx="4530563" cy="639525"/>
          </a:xfrm>
        </p:grpSpPr>
        <p:sp>
          <p:nvSpPr>
            <p:cNvPr id="167"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168" name="图片 135"/>
            <p:cNvPicPr>
              <a:picLocks noChangeAspect="true"/>
            </p:cNvPicPr>
            <p:nvPr/>
          </p:nvPicPr>
          <p:blipFill rotWithShape="true">
            <a:blip r:embed="rId1">
              <a:alphaModFix amt="35000"/>
              <a:extLst>
                <a:ext uri="{28A0092B-C50C-407E-A947-70E740481C1C}"/>
              </a:extLst>
            </a:blip>
            <a:srcRect l="4166" t="52992" r="43468" b="39464"/>
            <a:stretch>
              <a:fillRect/>
            </a:stretch>
          </p:blipFill>
          <p:spPr>
            <a:xfrm>
              <a:off x="3908660" y="1121048"/>
              <a:ext cx="4474056" cy="626546"/>
            </a:xfrm>
            <a:prstGeom prst="rect">
              <a:avLst/>
            </a:prstGeom>
          </p:spPr>
        </p:pic>
        <p:sp>
          <p:nvSpPr>
            <p:cNvPr id="169" name="矩形 136"/>
            <p:cNvSpPr/>
            <p:nvPr/>
          </p:nvSpPr>
          <p:spPr>
            <a:xfrm>
              <a:off x="4245737" y="1200857"/>
              <a:ext cx="3699441" cy="457200"/>
            </a:xfrm>
            <a:prstGeom prst="rect">
              <a:avLst/>
            </a:prstGeom>
          </p:spPr>
          <p:txBody>
            <a:bodyPr wrap="square" anchor="ctr">
              <a:spAutoFit/>
            </a:bodyPr>
            <a:lstStyle/>
            <a:p>
              <a:pPr algn="ctr"/>
              <a:r>
                <a:rPr lang="zh-CN" sz="2400" b="true" spc="600">
                  <a:solidFill>
                    <a:schemeClr val="bg1">
                      <a:alpha val="100000"/>
                    </a:schemeClr>
                  </a:solidFill>
                  <a:latin typeface="等线"/>
                  <a:ea typeface="微软雅黑"/>
                  <a:cs typeface="+mn-cs"/>
                  <a:sym typeface="等线"/>
                </a:rPr>
                <a:t>优化点</a:t>
              </a:r>
              <a:r>
                <a:rPr lang="en-US" sz="2400" b="true" spc="600">
                  <a:solidFill>
                    <a:schemeClr val="bg1">
                      <a:alpha val="100000"/>
                    </a:schemeClr>
                  </a:solidFill>
                  <a:latin typeface="等线"/>
                  <a:ea typeface="微软雅黑"/>
                  <a:cs typeface="+mn-cs"/>
                  <a:sym typeface="等线"/>
                </a:rPr>
                <a:t>2</a:t>
              </a:r>
              <a:r>
                <a:rPr lang="zh-CN" sz="2400" b="true" spc="600">
                  <a:solidFill>
                    <a:schemeClr val="bg1">
                      <a:alpha val="100000"/>
                    </a:schemeClr>
                  </a:solidFill>
                  <a:latin typeface="等线"/>
                  <a:ea typeface="微软雅黑"/>
                  <a:cs typeface="+mn-cs"/>
                  <a:sym typeface="等线"/>
                </a:rPr>
                <a:t>：</a:t>
              </a:r>
              <a:r>
                <a:rPr lang="en-US" sz="2400" b="true" spc="600">
                  <a:solidFill>
                    <a:schemeClr val="bg1">
                      <a:alpha val="100000"/>
                    </a:schemeClr>
                  </a:solidFill>
                  <a:latin typeface="等线"/>
                  <a:ea typeface="微软雅黑"/>
                  <a:cs typeface="+mn-cs"/>
                  <a:sym typeface="等线"/>
                </a:rPr>
                <a:t>AI</a:t>
              </a:r>
              <a:r>
                <a:rPr lang="zh-CN" sz="2400" b="true" spc="600">
                  <a:solidFill>
                    <a:schemeClr val="bg1">
                      <a:alpha val="100000"/>
                    </a:schemeClr>
                  </a:solidFill>
                  <a:latin typeface="等线"/>
                  <a:ea typeface="微软雅黑"/>
                  <a:cs typeface="+mn-cs"/>
                  <a:sym typeface="等线"/>
                </a:rPr>
                <a:t>系统</a:t>
              </a:r>
              <a:endParaRPr/>
            </a:p>
          </p:txBody>
        </p:sp>
      </p:grpSp>
      <p:sp>
        <p:nvSpPr>
          <p:cNvPr id="170" name="文本框 12"/>
          <p:cNvSpPr txBox="true"/>
          <p:nvPr/>
        </p:nvSpPr>
        <p:spPr>
          <a:xfrm rot="0" flipH="false" flipV="false">
            <a:off x="628651" y="1663065"/>
            <a:ext cx="10033000" cy="533400"/>
          </a:xfrm>
          <a:prstGeom prst="rect">
            <a:avLst/>
          </a:prstGeom>
          <a:noFill/>
        </p:spPr>
        <p:txBody>
          <a:bodyPr wrap="square">
            <a:spAutoFit/>
          </a:bodyPr>
          <a:lstStyle/>
          <a:p>
            <a:pPr/>
            <a:br>
              <a:rPr/>
            </a:br>
            <a:endParaRPr/>
          </a:p>
          <a:p>
            <a:pPr marL="0" indent="-342900">
              <a:lnSpc>
                <a:spcPct val="100000"/>
              </a:lnSpc>
            </a:pPr>
            <a:endParaRPr sz="1700" b="true">
              <a:solidFill>
                <a:srgbClr val="000000">
                  <a:alpha val="100000"/>
                </a:srgbClr>
              </a:solidFill>
              <a:latin typeface="LinBiolinumTB"/>
              <a:ea typeface="LinBiolinumTB"/>
              <a:cs typeface="+mn-cs"/>
            </a:endParaRPr>
          </a:p>
        </p:txBody>
      </p:sp>
      <p:sp>
        <p:nvSpPr>
          <p:cNvPr id="171" name=""/>
          <p:cNvSpPr txBox="true"/>
          <p:nvPr/>
        </p:nvSpPr>
        <p:spPr>
          <a:xfrm rot="0" flipH="false" flipV="false">
            <a:off x="247651" y="1745615"/>
            <a:ext cx="10795000" cy="368300"/>
          </a:xfrm>
          <a:prstGeom prst="rect">
            <a:avLst/>
          </a:prstGeom>
          <a:ln w="12700">
            <a:prstDash val="solid"/>
            <a:miter lim="800000"/>
          </a:ln>
        </p:spPr>
        <p:txBody>
          <a:bodyPr>
            <a:spAutoFit/>
          </a:bodyPr>
          <a:p>
            <a:pPr/>
            <a:r>
              <a:rPr lang="zh-CN"/>
              <a:t>现有</a:t>
            </a:r>
            <a:r>
              <a:rPr lang="en-US"/>
              <a:t>AI</a:t>
            </a:r>
            <a:r>
              <a:rPr lang="zh-CN"/>
              <a:t>部分：主要是根据音频和视频打分，然后根据分数返回</a:t>
            </a:r>
            <a:r>
              <a:rPr lang="en-US"/>
              <a:t>Good Speaking Excellent Keep This</a:t>
            </a:r>
            <a:r>
              <a:rPr lang="zh-CN"/>
              <a:t>三种反馈</a:t>
            </a:r>
            <a:endParaRPr/>
          </a:p>
        </p:txBody>
      </p:sp>
      <p:sp>
        <p:nvSpPr>
          <p:cNvPr id="172" name=""/>
          <p:cNvSpPr txBox="true"/>
          <p:nvPr/>
        </p:nvSpPr>
        <p:spPr>
          <a:xfrm rot="0" flipH="false" flipV="false">
            <a:off x="305481" y="2427558"/>
            <a:ext cx="11944350" cy="1739900"/>
          </a:xfrm>
          <a:prstGeom prst="rect"/>
        </p:spPr>
        <p:txBody>
          <a:bodyPr>
            <a:spAutoFit/>
          </a:bodyPr>
          <a:p>
            <a:pPr marL="342900" lvl="0" indent="-342900">
              <a:lnSpc>
                <a:spcPct val="150000"/>
              </a:lnSpc>
              <a:buFont typeface="Arial" panose="020B0604020202020204" pitchFamily="34" charset="0"/>
              <a:buChar char="•"/>
            </a:pPr>
            <a:r>
              <a:rPr lang="en-US" sz="1800">
                <a:latin typeface="思源黑体 CN Normal"/>
                <a:ea typeface="思源黑体 CN Normal"/>
                <a:cs typeface="+mn-cs"/>
                <a:sym typeface="等线"/>
              </a:rPr>
              <a:t>AI</a:t>
            </a:r>
            <a:r>
              <a:rPr lang="zh-CN" sz="1800">
                <a:latin typeface="思源黑体 CN Normal"/>
                <a:ea typeface="思源黑体 CN Normal"/>
                <a:cs typeface="+mn-cs"/>
                <a:sym typeface="等线"/>
              </a:rPr>
              <a:t>不只是打分，通过处理音频，给出具体反馈，哪里好，哪里不好（暂时未找到支持语音处理的大模型）</a:t>
            </a:r>
            <a:endParaRPr/>
          </a:p>
          <a:p>
            <a:pPr marL="342900" lvl="0" indent="-342900">
              <a:lnSpc>
                <a:spcPct val="150000"/>
              </a:lnSpc>
              <a:buFont typeface="Arial" panose="020B0604020202020204" pitchFamily="34" charset="0"/>
              <a:buChar char="•"/>
            </a:pPr>
            <a:r>
              <a:rPr lang="zh-CN" sz="1800">
                <a:latin typeface="思源黑体 CN Normal"/>
                <a:ea typeface="思源黑体 CN Normal"/>
                <a:cs typeface="+mn-cs"/>
                <a:sym typeface="等线"/>
              </a:rPr>
              <a:t>讲</a:t>
            </a:r>
            <a:r>
              <a:rPr lang="en-US" sz="1800">
                <a:latin typeface="思源黑体 CN Normal"/>
                <a:ea typeface="思源黑体 CN Normal"/>
                <a:cs typeface="+mn-cs"/>
                <a:sym typeface="等线"/>
              </a:rPr>
              <a:t>AI</a:t>
            </a:r>
            <a:r>
              <a:rPr lang="zh-CN" sz="1800">
                <a:latin typeface="思源黑体 CN Normal"/>
                <a:ea typeface="思源黑体 CN Normal"/>
                <a:cs typeface="+mn-cs"/>
                <a:sym typeface="等线"/>
              </a:rPr>
              <a:t>的反馈也以音频的方式交互给用户</a:t>
            </a:r>
            <a:endParaRPr/>
          </a:p>
          <a:p>
            <a:pPr marL="342900" lvl="0" indent="-342900">
              <a:lnSpc>
                <a:spcPct val="150000"/>
              </a:lnSpc>
              <a:buFont typeface="Arial" panose="020B0604020202020204" pitchFamily="34" charset="0"/>
              <a:buChar char="•"/>
            </a:pPr>
            <a:r>
              <a:rPr lang="zh-CN" sz="1800">
                <a:latin typeface="思源黑体 CN Normal"/>
                <a:ea typeface="思源黑体 CN Normal"/>
                <a:cs typeface="+mn-cs"/>
                <a:sym typeface="等线"/>
              </a:rPr>
              <a:t>根据用户演讲的内容，优化出一段</a:t>
            </a:r>
            <a:r>
              <a:rPr lang="en-US" sz="1800">
                <a:latin typeface="思源黑体 CN Normal"/>
                <a:ea typeface="思源黑体 CN Normal"/>
                <a:cs typeface="+mn-cs"/>
                <a:sym typeface="等线"/>
              </a:rPr>
              <a:t>AI</a:t>
            </a:r>
            <a:r>
              <a:rPr lang="zh-CN" sz="1800">
                <a:latin typeface="思源黑体 CN Normal"/>
                <a:ea typeface="思源黑体 CN Normal"/>
                <a:cs typeface="+mn-cs"/>
                <a:sym typeface="等线"/>
              </a:rPr>
              <a:t>认为的</a:t>
            </a:r>
            <a:r>
              <a:rPr lang="en-US" sz="1800">
                <a:latin typeface="思源黑体 CN Normal"/>
                <a:ea typeface="思源黑体 CN Normal"/>
                <a:cs typeface="+mn-cs"/>
                <a:sym typeface="等线"/>
              </a:rPr>
              <a:t>Perfect</a:t>
            </a:r>
            <a:r>
              <a:rPr lang="zh-CN" sz="1800">
                <a:latin typeface="思源黑体 CN Normal"/>
                <a:ea typeface="思源黑体 CN Normal"/>
                <a:cs typeface="+mn-cs"/>
                <a:sym typeface="等线"/>
              </a:rPr>
              <a:t>的演讲音频</a:t>
            </a:r>
            <a:endParaRPr/>
          </a:p>
          <a:p>
            <a:pPr marL="342900" lvl="0" indent="-342900">
              <a:lnSpc>
                <a:spcPct val="150000"/>
              </a:lnSpc>
              <a:buFont typeface="Arial" panose="020B0604020202020204" pitchFamily="34" charset="0"/>
              <a:buChar char="•"/>
            </a:pPr>
            <a:r>
              <a:rPr lang="zh-CN" sz="1800">
                <a:latin typeface="思源黑体 CN Normal"/>
                <a:ea typeface="思源黑体 CN Normal"/>
                <a:cs typeface="+mn-cs"/>
                <a:sym typeface="等线"/>
              </a:rPr>
              <a:t>现有基础上，对</a:t>
            </a:r>
            <a:r>
              <a:rPr lang="en-US" sz="1800">
                <a:latin typeface="思源黑体 CN Normal"/>
                <a:ea typeface="思源黑体 CN Normal"/>
                <a:cs typeface="+mn-cs"/>
                <a:sym typeface="等线"/>
              </a:rPr>
              <a:t>Prompt</a:t>
            </a:r>
            <a:r>
              <a:rPr lang="zh-CN" sz="1800">
                <a:latin typeface="思源黑体 CN Normal"/>
                <a:ea typeface="思源黑体 CN Normal"/>
                <a:cs typeface="+mn-cs"/>
                <a:sym typeface="等线"/>
              </a:rPr>
              <a:t>优化，</a:t>
            </a:r>
            <a:r>
              <a:rPr lang="en-US" sz="1800">
                <a:latin typeface="思源黑体 CN Normal"/>
                <a:ea typeface="思源黑体 CN Normal"/>
                <a:cs typeface="+mn-cs"/>
                <a:sym typeface="等线"/>
              </a:rPr>
              <a:t>AI</a:t>
            </a:r>
            <a:r>
              <a:rPr lang="zh-CN" sz="1800">
                <a:latin typeface="思源黑体 CN Normal"/>
                <a:ea typeface="思源黑体 CN Normal"/>
                <a:cs typeface="+mn-cs"/>
                <a:sym typeface="等线"/>
              </a:rPr>
              <a:t>流程优化（对提取的特征进行进一步的优化）</a:t>
            </a:r>
            <a:r>
              <a:rPr lang="en-US" sz="1800">
                <a:latin typeface="思源黑体 CN Normal"/>
                <a:ea typeface="思源黑体 CN Normal"/>
                <a:cs typeface="+mn-cs"/>
                <a:sym typeface="等线"/>
              </a:rPr>
              <a:t>...</a:t>
            </a:r>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6.xml><?xml version="1.0" encoding="utf-8"?>
<p:sld xmlns:p159="http://schemas.microsoft.com/office/powerpoint/2015/09/main" xmlns:a="http://schemas.openxmlformats.org/drawingml/2006/main" xmlns:p="http://schemas.openxmlformats.org/presentationml/2006/main" xmlns:r="http://schemas.openxmlformats.org/officeDocument/2006/relationships" xmlns:mc="http://schemas.openxmlformats.org/markup-compatibility/2006" mc:Ignorable="p159">
  <p:cSld>
    <p:spTree>
      <p:nvGrpSpPr>
        <p:cNvPr id="173" name=""/>
        <p:cNvGrpSpPr/>
        <p:nvPr/>
      </p:nvGrpSpPr>
      <p:grpSpPr>
        <a:xfrm>
          <a:off x="0" y="0"/>
          <a:ext cx="0" cy="0"/>
          <a:chOff x="0" y="0"/>
          <a:chExt cx="0" cy="0"/>
        </a:xfrm>
      </p:grpSpPr>
      <p:sp>
        <p:nvSpPr>
          <p:cNvPr id="174"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3</a:t>
            </a:r>
            <a:endParaRPr lang="zh-CN" altLang="en-US" dirty="false">
              <a:latin typeface="等线" panose="02010600030101010101" pitchFamily="2" charset="-122"/>
              <a:sym typeface="等线" panose="02010600030101010101" pitchFamily="2" charset="-122"/>
            </a:endParaRPr>
          </a:p>
        </p:txBody>
      </p:sp>
      <p:sp>
        <p:nvSpPr>
          <p:cNvPr id="175" name="文本占位符 2"/>
          <p:cNvSpPr>
            <a:spLocks noGrp="true"/>
          </p:cNvSpPr>
          <p:nvPr>
            <p:ph type="body" sz="quarter" idx="13"/>
          </p:nvPr>
        </p:nvSpPr>
        <p:spPr/>
        <p:txBody>
          <a:bodyPr/>
          <a:lstStyle/>
          <a:p>
            <a:pPr/>
            <a:r>
              <a:rPr lang="zh-CN" altLang="en-US" dirty="false"/>
              <a:t>系统</a:t>
            </a:r>
            <a:r>
              <a:rPr lang="zh-CN" altLang="en-US" dirty="false"/>
              <a:t>介绍</a:t>
            </a:r>
            <a:endParaRPr lang="zh-CN" altLang="en-US" dirty="false"/>
          </a:p>
        </p:txBody>
      </p:sp>
      <p:grpSp>
        <p:nvGrpSpPr>
          <p:cNvPr id="176" name="组合 5"/>
          <p:cNvGrpSpPr/>
          <p:nvPr/>
        </p:nvGrpSpPr>
        <p:grpSpPr>
          <a:xfrm rot="0" flipH="false" flipV="false">
            <a:off x="3628192" y="882023"/>
            <a:ext cx="5233651" cy="639525"/>
            <a:chOff x="3852153" y="1108108"/>
            <a:chExt cx="4530563" cy="639525"/>
          </a:xfrm>
        </p:grpSpPr>
        <p:sp>
          <p:nvSpPr>
            <p:cNvPr id="177" name="矩形: 圆角 134"/>
            <p:cNvSpPr/>
            <p:nvPr/>
          </p:nvSpPr>
          <p:spPr>
            <a:xfrm>
              <a:off x="3852153" y="1108108"/>
              <a:ext cx="4289898" cy="639525"/>
            </a:xfrm>
            <a:prstGeom prst="roundRect">
              <a:avLst>
                <a:gd name="adj" fmla="val 14447"/>
              </a:avLst>
            </a:prstGeom>
            <a:gradFill>
              <a:gsLst>
                <a:gs pos="0">
                  <a:srgbClr val="99097D"/>
                </a:gs>
                <a:gs pos="25000">
                  <a:srgbClr val="8C0062"/>
                </a:gs>
                <a:gs pos="100000">
                  <a:srgbClr val="B4009E"/>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178" name="图片 135"/>
            <p:cNvPicPr>
              <a:picLocks noChangeAspect="true"/>
            </p:cNvPicPr>
            <p:nvPr/>
          </p:nvPicPr>
          <p:blipFill rotWithShape="true">
            <a:blip r:embed="rId1">
              <a:alphaModFix amt="35000"/>
              <a:extLst>
                <a:ext uri="{28A0092B-C50C-407E-A947-70E740481C1C}"/>
              </a:extLst>
            </a:blip>
            <a:srcRect l="4166" t="52992" r="43468" b="39464"/>
            <a:stretch>
              <a:fillRect/>
            </a:stretch>
          </p:blipFill>
          <p:spPr>
            <a:xfrm>
              <a:off x="3908660" y="1121048"/>
              <a:ext cx="4474056" cy="626546"/>
            </a:xfrm>
            <a:prstGeom prst="rect">
              <a:avLst/>
            </a:prstGeom>
          </p:spPr>
        </p:pic>
        <p:sp>
          <p:nvSpPr>
            <p:cNvPr id="179" name="矩形 136"/>
            <p:cNvSpPr/>
            <p:nvPr/>
          </p:nvSpPr>
          <p:spPr>
            <a:xfrm>
              <a:off x="4245737" y="1200857"/>
              <a:ext cx="3699441" cy="457200"/>
            </a:xfrm>
            <a:prstGeom prst="rect">
              <a:avLst/>
            </a:prstGeom>
          </p:spPr>
          <p:txBody>
            <a:bodyPr wrap="square" anchor="ctr">
              <a:spAutoFit/>
            </a:bodyPr>
            <a:lstStyle/>
            <a:p>
              <a:pPr algn="ctr"/>
              <a:r>
                <a:rPr lang="zh-CN" sz="2400" b="true" spc="600">
                  <a:solidFill>
                    <a:schemeClr val="bg1">
                      <a:alpha val="100000"/>
                    </a:schemeClr>
                  </a:solidFill>
                  <a:latin typeface="等线"/>
                  <a:ea typeface="微软雅黑"/>
                  <a:cs typeface="+mn-cs"/>
                  <a:sym typeface="等线"/>
                </a:rPr>
                <a:t>优化点</a:t>
              </a:r>
              <a:r>
                <a:rPr lang="en-US" sz="2400" b="true" spc="600">
                  <a:solidFill>
                    <a:schemeClr val="bg1">
                      <a:alpha val="100000"/>
                    </a:schemeClr>
                  </a:solidFill>
                  <a:latin typeface="等线"/>
                  <a:ea typeface="微软雅黑"/>
                  <a:cs typeface="+mn-cs"/>
                  <a:sym typeface="等线"/>
                </a:rPr>
                <a:t>3</a:t>
              </a:r>
              <a:r>
                <a:rPr lang="zh-CN" sz="2400" b="true" spc="600">
                  <a:solidFill>
                    <a:schemeClr val="bg1">
                      <a:alpha val="100000"/>
                    </a:schemeClr>
                  </a:solidFill>
                  <a:latin typeface="等线"/>
                  <a:ea typeface="微软雅黑"/>
                  <a:cs typeface="+mn-cs"/>
                  <a:sym typeface="等线"/>
                </a:rPr>
                <a:t>：前后端通信</a:t>
              </a:r>
              <a:endParaRPr/>
            </a:p>
          </p:txBody>
        </p:sp>
      </p:grpSp>
      <p:sp>
        <p:nvSpPr>
          <p:cNvPr id="180" name=""/>
          <p:cNvSpPr txBox="true"/>
          <p:nvPr/>
        </p:nvSpPr>
        <p:spPr>
          <a:xfrm rot="0" flipH="false" flipV="false">
            <a:off x="727558" y="1839878"/>
            <a:ext cx="3282950" cy="368300"/>
          </a:xfrm>
          <a:prstGeom prst="rect">
            <a:avLst/>
          </a:prstGeom>
          <a:ln w="12700">
            <a:prstDash val="solid"/>
            <a:miter lim="800000"/>
          </a:ln>
        </p:spPr>
        <p:txBody>
          <a:bodyPr>
            <a:spAutoFit/>
          </a:bodyPr>
          <a:p>
            <a:pPr/>
            <a:r>
              <a:rPr lang="zh-CN" b="false">
                <a:solidFill>
                  <a:srgbClr val="060607">
                    <a:alpha val="100000"/>
                  </a:srgbClr>
                </a:solidFill>
                <a:highlight>
                  <a:srgbClr val="FFFFFF">
                    <a:alpha val="100000"/>
                  </a:srgbClr>
                </a:highlight>
                <a:latin typeface="inherit"/>
                <a:ea typeface="inherit"/>
                <a:cs typeface="+mn-cs"/>
              </a:rPr>
              <a:t>音频处理流程的改进</a:t>
            </a:r>
            <a:endParaRPr/>
          </a:p>
        </p:txBody>
      </p:sp>
      <p:sp>
        <p:nvSpPr>
          <p:cNvPr id="181" name=""/>
          <p:cNvSpPr txBox="true"/>
          <p:nvPr/>
        </p:nvSpPr>
        <p:spPr>
          <a:xfrm rot="0" flipH="false" flipV="false">
            <a:off x="727558" y="2024028"/>
            <a:ext cx="9639300" cy="2286000"/>
          </a:xfrm>
          <a:prstGeom prst="rect">
            <a:avLst/>
          </a:prstGeom>
          <a:ln w="12700">
            <a:prstDash val="solid"/>
            <a:miter lim="800000"/>
          </a:ln>
        </p:spPr>
        <p:txBody>
          <a:bodyPr>
            <a:spAutoFit/>
          </a:bodyPr>
          <a:p>
            <a:pPr/>
            <a:endParaRPr lang="zh-CN"/>
          </a:p>
          <a:p>
            <a:pPr marL="342900" lvl="0" indent="-342900">
              <a:lnSpc>
                <a:spcPct val="150000"/>
              </a:lnSpc>
              <a:buFont typeface="Arial" panose="020B0604020202020204" pitchFamily="34" charset="0"/>
              <a:buChar char="•"/>
            </a:pPr>
            <a:r>
              <a:rPr sz="1800" b="false">
                <a:solidFill>
                  <a:srgbClr val="060607">
                    <a:alpha val="100000"/>
                  </a:srgbClr>
                </a:solidFill>
                <a:highlight>
                  <a:srgbClr val="FFFFFF">
                    <a:alpha val="100000"/>
                  </a:srgbClr>
                </a:highlight>
                <a:latin typeface="-apple-system"/>
                <a:ea typeface="-apple-system"/>
                <a:cs typeface="+mn-cs"/>
              </a:rPr>
              <a:t>在当前项目中，系统</a:t>
            </a:r>
            <a:r>
              <a:rPr lang="zh-CN" sz="1800" b="false">
                <a:solidFill>
                  <a:srgbClr val="060607">
                    <a:alpha val="100000"/>
                  </a:srgbClr>
                </a:solidFill>
                <a:highlight>
                  <a:srgbClr val="FFFFFF">
                    <a:alpha val="100000"/>
                  </a:srgbClr>
                </a:highlight>
                <a:latin typeface="-apple-system"/>
                <a:ea typeface="-apple-system"/>
                <a:cs typeface="+mn-cs"/>
              </a:rPr>
              <a:t>有多次格式转化：</a:t>
            </a:r>
            <a:r>
              <a:rPr lang="en-US" sz="1800" b="false">
                <a:solidFill>
                  <a:srgbClr val="060607">
                    <a:alpha val="100000"/>
                  </a:srgbClr>
                </a:solidFill>
                <a:highlight>
                  <a:srgbClr val="FFFFFF">
                    <a:alpha val="100000"/>
                  </a:srgbClr>
                </a:highlight>
                <a:latin typeface="-apple-system"/>
                <a:ea typeface="-apple-system"/>
                <a:cs typeface="+mn-cs"/>
              </a:rPr>
              <a:t>float32 -&gt; int16 -&gt; mp3</a:t>
            </a:r>
            <a:r>
              <a:rPr lang="zh-CN" sz="1800" b="false">
                <a:solidFill>
                  <a:srgbClr val="060607">
                    <a:alpha val="100000"/>
                  </a:srgbClr>
                </a:solidFill>
                <a:highlight>
                  <a:srgbClr val="FFFFFF">
                    <a:alpha val="100000"/>
                  </a:srgbClr>
                </a:highlight>
                <a:latin typeface="-apple-system"/>
                <a:ea typeface="-apple-system"/>
                <a:cs typeface="+mn-cs"/>
              </a:rPr>
              <a:t>，</a:t>
            </a:r>
            <a:r>
              <a:rPr sz="1800" b="false">
                <a:solidFill>
                  <a:srgbClr val="060607">
                    <a:alpha val="100000"/>
                  </a:srgbClr>
                </a:solidFill>
                <a:highlight>
                  <a:srgbClr val="FFFFFF">
                    <a:alpha val="100000"/>
                  </a:srgbClr>
                </a:highlight>
                <a:latin typeface="-apple-system"/>
                <a:ea typeface="-apple-system"/>
                <a:cs typeface="+mn-cs"/>
              </a:rPr>
              <a:t>然后</a:t>
            </a:r>
            <a:r>
              <a:rPr lang="zh-CN" sz="1800" b="false">
                <a:solidFill>
                  <a:srgbClr val="060607">
                    <a:alpha val="100000"/>
                  </a:srgbClr>
                </a:solidFill>
                <a:highlight>
                  <a:srgbClr val="FFFFFF">
                    <a:alpha val="100000"/>
                  </a:srgbClr>
                </a:highlight>
                <a:latin typeface="-apple-system"/>
                <a:ea typeface="-apple-system"/>
                <a:cs typeface="+mn-cs"/>
              </a:rPr>
              <a:t>写入磁盘文件</a:t>
            </a:r>
            <a:r>
              <a:rPr sz="1800" b="false">
                <a:solidFill>
                  <a:srgbClr val="060607">
                    <a:alpha val="100000"/>
                  </a:srgbClr>
                </a:solidFill>
                <a:highlight>
                  <a:srgbClr val="FFFFFF">
                    <a:alpha val="100000"/>
                  </a:srgbClr>
                </a:highlight>
                <a:latin typeface="-apple-system"/>
                <a:ea typeface="-apple-system"/>
                <a:cs typeface="+mn-cs"/>
              </a:rPr>
              <a:t>。这一过程</a:t>
            </a:r>
            <a:r>
              <a:rPr lang="zh-CN" sz="1800" b="false">
                <a:solidFill>
                  <a:srgbClr val="060607">
                    <a:alpha val="100000"/>
                  </a:srgbClr>
                </a:solidFill>
                <a:highlight>
                  <a:srgbClr val="FFFFFF">
                    <a:alpha val="100000"/>
                  </a:srgbClr>
                </a:highlight>
                <a:latin typeface="-apple-system"/>
                <a:ea typeface="-apple-system"/>
                <a:cs typeface="+mn-cs"/>
              </a:rPr>
              <a:t>不仅</a:t>
            </a:r>
            <a:r>
              <a:rPr sz="1800" b="false">
                <a:solidFill>
                  <a:srgbClr val="060607">
                    <a:alpha val="100000"/>
                  </a:srgbClr>
                </a:solidFill>
                <a:highlight>
                  <a:srgbClr val="FFFFFF">
                    <a:alpha val="100000"/>
                  </a:srgbClr>
                </a:highlight>
                <a:latin typeface="-apple-system"/>
                <a:ea typeface="-apple-system"/>
                <a:cs typeface="+mn-cs"/>
              </a:rPr>
              <a:t>增加了不必要的处理步骤</a:t>
            </a:r>
            <a:r>
              <a:rPr lang="zh-CN" sz="1800" b="false">
                <a:solidFill>
                  <a:srgbClr val="060607">
                    <a:alpha val="100000"/>
                  </a:srgbClr>
                </a:solidFill>
                <a:highlight>
                  <a:srgbClr val="FFFFFF">
                    <a:alpha val="100000"/>
                  </a:srgbClr>
                </a:highlight>
                <a:latin typeface="-apple-system"/>
                <a:ea typeface="-apple-system"/>
                <a:cs typeface="+mn-cs"/>
              </a:rPr>
              <a:t>，而且</a:t>
            </a:r>
            <a:r>
              <a:rPr lang="en-US" sz="1800" b="false">
                <a:solidFill>
                  <a:srgbClr val="060607">
                    <a:alpha val="100000"/>
                  </a:srgbClr>
                </a:solidFill>
                <a:highlight>
                  <a:srgbClr val="FFFFFF">
                    <a:alpha val="100000"/>
                  </a:srgbClr>
                </a:highlight>
                <a:latin typeface="-apple-system"/>
                <a:ea typeface="-apple-system"/>
                <a:cs typeface="+mn-cs"/>
              </a:rPr>
              <a:t>I/0</a:t>
            </a:r>
            <a:r>
              <a:rPr lang="zh-CN" sz="1800" b="false">
                <a:solidFill>
                  <a:srgbClr val="060607">
                    <a:alpha val="100000"/>
                  </a:srgbClr>
                </a:solidFill>
                <a:highlight>
                  <a:srgbClr val="FFFFFF">
                    <a:alpha val="100000"/>
                  </a:srgbClr>
                </a:highlight>
                <a:latin typeface="-apple-system"/>
                <a:ea typeface="-apple-system"/>
                <a:cs typeface="+mn-cs"/>
              </a:rPr>
              <a:t>操作耗时，</a:t>
            </a:r>
            <a:r>
              <a:rPr lang="zh-CN" sz="1800" b="false">
                <a:solidFill>
                  <a:srgbClr val="060607">
                    <a:alpha val="100000"/>
                  </a:srgbClr>
                </a:solidFill>
                <a:highlight>
                  <a:srgbClr val="FFFFFF">
                    <a:alpha val="100000"/>
                  </a:srgbClr>
                </a:highlight>
                <a:latin typeface="-apple-system"/>
                <a:ea typeface="-apple-system"/>
                <a:cs typeface="+mn-cs"/>
              </a:rPr>
              <a:t>降低了音频处理流程的效率。</a:t>
            </a:r>
            <a:endParaRPr/>
          </a:p>
          <a:p>
            <a:pPr marL="342900" lvl="0" indent="-342900">
              <a:lnSpc>
                <a:spcPct val="150000"/>
              </a:lnSpc>
              <a:buFont typeface="Arial" panose="020B0604020202020204" pitchFamily="34" charset="0"/>
              <a:buChar char="•"/>
            </a:pPr>
            <a:r>
              <a:rPr lang="zh-CN" sz="1800" b="false">
                <a:solidFill>
                  <a:srgbClr val="060607">
                    <a:alpha val="100000"/>
                  </a:srgbClr>
                </a:solidFill>
                <a:highlight>
                  <a:srgbClr val="FFFFFF">
                    <a:alpha val="100000"/>
                  </a:srgbClr>
                </a:highlight>
                <a:latin typeface="-apple-system"/>
                <a:ea typeface="-apple-system"/>
                <a:cs typeface="+mn-cs"/>
              </a:rPr>
              <a:t>直接对原始音频字节数据进行操作，并且</a:t>
            </a:r>
            <a:r>
              <a:rPr lang="zh-CN" sz="1800" b="false">
                <a:solidFill>
                  <a:srgbClr val="060607">
                    <a:alpha val="100000"/>
                  </a:srgbClr>
                </a:solidFill>
                <a:highlight>
                  <a:srgbClr val="FFFFFF">
                    <a:alpha val="100000"/>
                  </a:srgbClr>
                </a:highlight>
                <a:latin typeface="-apple-system"/>
                <a:ea typeface="-apple-system"/>
                <a:cs typeface="+mn-cs"/>
              </a:rPr>
              <a:t>简化不必要的</a:t>
            </a:r>
            <a:r>
              <a:rPr lang="en-US" sz="1800" b="false">
                <a:solidFill>
                  <a:srgbClr val="060607">
                    <a:alpha val="100000"/>
                  </a:srgbClr>
                </a:solidFill>
                <a:highlight>
                  <a:srgbClr val="FFFFFF">
                    <a:alpha val="100000"/>
                  </a:srgbClr>
                </a:highlight>
                <a:latin typeface="-apple-system"/>
                <a:ea typeface="-apple-system"/>
                <a:cs typeface="+mn-cs"/>
              </a:rPr>
              <a:t>I/O</a:t>
            </a:r>
            <a:r>
              <a:rPr lang="zh-CN" sz="1800" b="false">
                <a:solidFill>
                  <a:srgbClr val="060607">
                    <a:alpha val="100000"/>
                  </a:srgbClr>
                </a:solidFill>
                <a:highlight>
                  <a:srgbClr val="FFFFFF">
                    <a:alpha val="100000"/>
                  </a:srgbClr>
                </a:highlight>
                <a:latin typeface="-apple-system"/>
                <a:ea typeface="-apple-system"/>
                <a:cs typeface="+mn-cs"/>
              </a:rPr>
              <a:t>操作，优化成使用内存流而不是文件。</a:t>
            </a:r>
            <a:endParaRPr/>
          </a:p>
          <a:p>
            <a:pPr/>
            <a:endParaRPr lang="en-US"/>
          </a:p>
        </p:txBody>
      </p:sp>
      <p:sp>
        <p:nvSpPr>
          <p:cNvPr id="182" name=""/>
          <p:cNvSpPr txBox="true"/>
          <p:nvPr/>
        </p:nvSpPr>
        <p:spPr>
          <a:xfrm rot="0" flipH="false" flipV="false">
            <a:off x="628651" y="4310028"/>
            <a:ext cx="9639300" cy="368300"/>
          </a:xfrm>
          <a:prstGeom prst="rect"/>
        </p:spPr>
        <p:txBody>
          <a:bodyPr>
            <a:spAutoFit/>
          </a:bodyPr>
          <a:p>
            <a:pPr marL="0" lvl="0" algn="l" defTabSz="914400">
              <a:lnSpc>
                <a:spcPct val="100000"/>
              </a:lnSpc>
              <a:defRPr sz="1800">
                <a:solidFill>
                  <a:schemeClr val="tx1">
                    <a:alpha val="100000"/>
                  </a:schemeClr>
                </a:solidFill>
                <a:latin typeface="等线"/>
                <a:ea typeface="等线"/>
                <a:cs typeface="+mn-cs"/>
              </a:defRPr>
            </a:pPr>
            <a:r>
              <a:rPr lang="zh-CN" sz="1800" b="false">
                <a:solidFill>
                  <a:srgbClr val="060607">
                    <a:alpha val="100000"/>
                  </a:srgbClr>
                </a:solidFill>
                <a:highlight>
                  <a:srgbClr val="FFFFFF">
                    <a:alpha val="100000"/>
                  </a:srgbClr>
                </a:highlight>
                <a:latin typeface="-apple-system"/>
                <a:ea typeface="-apple-system"/>
                <a:cs typeface="+mn-cs"/>
              </a:rPr>
              <a:t>在</a:t>
            </a:r>
            <a:r>
              <a:rPr lang="en-US" sz="1800" b="false">
                <a:solidFill>
                  <a:srgbClr val="060607">
                    <a:alpha val="100000"/>
                  </a:srgbClr>
                </a:solidFill>
                <a:highlight>
                  <a:srgbClr val="FFFFFF">
                    <a:alpha val="100000"/>
                  </a:srgbClr>
                </a:highlight>
                <a:latin typeface="-apple-system"/>
                <a:ea typeface="-apple-system"/>
                <a:cs typeface="+mn-cs"/>
              </a:rPr>
              <a:t>unity</a:t>
            </a:r>
            <a:r>
              <a:rPr lang="zh-CN" sz="1800" b="false">
                <a:solidFill>
                  <a:srgbClr val="060607">
                    <a:alpha val="100000"/>
                  </a:srgbClr>
                </a:solidFill>
                <a:highlight>
                  <a:srgbClr val="FFFFFF">
                    <a:alpha val="100000"/>
                  </a:srgbClr>
                </a:highlight>
                <a:latin typeface="-apple-system"/>
                <a:ea typeface="-apple-system"/>
                <a:cs typeface="+mn-cs"/>
              </a:rPr>
              <a:t>中集成大部分功能，减少前后端通信的消耗（存疑，待后面验证）</a:t>
            </a:r>
            <a:endParaRPr/>
          </a:p>
        </p:txBody>
      </p:sp>
      <p:sp>
        <p:nvSpPr>
          <p:cNvPr id="183" name=""/>
          <p:cNvSpPr txBox="true"/>
          <p:nvPr/>
        </p:nvSpPr>
        <p:spPr>
          <a:xfrm rot="0" flipH="false" flipV="false">
            <a:off x="727558" y="4812508"/>
            <a:ext cx="9664700" cy="1327150"/>
          </a:xfrm>
          <a:prstGeom prst="rect">
            <a:avLst/>
          </a:prstGeom>
          <a:ln w="12700">
            <a:prstDash val="solid"/>
            <a:miter lim="800000"/>
          </a:ln>
        </p:spPr>
        <p:txBody>
          <a:bodyPr>
            <a:spAutoFit/>
          </a:bodyPr>
          <a:p>
            <a:pPr marL="342900" lvl="0" indent="-342900">
              <a:lnSpc>
                <a:spcPct val="150000"/>
              </a:lnSpc>
              <a:buFont typeface="Arial" panose="020B0604020202020204" pitchFamily="34" charset="0"/>
              <a:buChar char="•"/>
            </a:pPr>
            <a:r>
              <a:rPr sz="1800" b="false">
                <a:solidFill>
                  <a:srgbClr val="060607">
                    <a:alpha val="100000"/>
                  </a:srgbClr>
                </a:solidFill>
                <a:highlight>
                  <a:srgbClr val="FFFFFF">
                    <a:alpha val="100000"/>
                  </a:srgbClr>
                </a:highlight>
                <a:latin typeface="-apple-system"/>
                <a:ea typeface="-apple-system"/>
                <a:cs typeface="+mn-cs"/>
              </a:rPr>
              <a:t>在当前项目中，</a:t>
            </a:r>
            <a:r>
              <a:rPr lang="zh-CN" sz="1800" b="false">
                <a:solidFill>
                  <a:srgbClr val="060607">
                    <a:alpha val="100000"/>
                  </a:srgbClr>
                </a:solidFill>
                <a:highlight>
                  <a:srgbClr val="FFFFFF">
                    <a:alpha val="100000"/>
                  </a:srgbClr>
                </a:highlight>
                <a:latin typeface="-apple-system"/>
                <a:ea typeface="-apple-system"/>
                <a:cs typeface="+mn-cs"/>
              </a:rPr>
              <a:t>功能主要在</a:t>
            </a:r>
            <a:r>
              <a:rPr lang="en-US" sz="1800" b="false">
                <a:solidFill>
                  <a:srgbClr val="060607">
                    <a:alpha val="100000"/>
                  </a:srgbClr>
                </a:solidFill>
                <a:highlight>
                  <a:srgbClr val="FFFFFF">
                    <a:alpha val="100000"/>
                  </a:srgbClr>
                </a:highlight>
                <a:latin typeface="-apple-system"/>
                <a:ea typeface="-apple-system"/>
                <a:cs typeface="+mn-cs"/>
              </a:rPr>
              <a:t>PyCharm</a:t>
            </a:r>
            <a:r>
              <a:rPr lang="zh-CN" sz="1800" b="false">
                <a:solidFill>
                  <a:srgbClr val="060607">
                    <a:alpha val="100000"/>
                  </a:srgbClr>
                </a:solidFill>
                <a:highlight>
                  <a:srgbClr val="FFFFFF">
                    <a:alpha val="100000"/>
                  </a:srgbClr>
                </a:highlight>
                <a:latin typeface="-apple-system"/>
                <a:ea typeface="-apple-system"/>
                <a:cs typeface="+mn-cs"/>
              </a:rPr>
              <a:t>中实现</a:t>
            </a:r>
            <a:endParaRPr/>
          </a:p>
          <a:p>
            <a:pPr marL="342900" lvl="0" indent="-342900">
              <a:lnSpc>
                <a:spcPct val="150000"/>
              </a:lnSpc>
              <a:buFont typeface="Arial" panose="020B0604020202020204" pitchFamily="34" charset="0"/>
              <a:buChar char="•"/>
            </a:pPr>
            <a:r>
              <a:rPr lang="zh-CN" sz="1800" b="false">
                <a:solidFill>
                  <a:srgbClr val="060607">
                    <a:alpha val="100000"/>
                  </a:srgbClr>
                </a:solidFill>
                <a:highlight>
                  <a:srgbClr val="FFFFFF">
                    <a:alpha val="100000"/>
                  </a:srgbClr>
                </a:highlight>
                <a:latin typeface="-apple-system"/>
                <a:ea typeface="-apple-system"/>
                <a:cs typeface="+mn-cs"/>
              </a:rPr>
              <a:t>使用模块化设计，讲音频设计、表情识别等功能封装为</a:t>
            </a:r>
            <a:r>
              <a:rPr lang="en-US" sz="1800" b="false">
                <a:solidFill>
                  <a:srgbClr val="060607">
                    <a:alpha val="100000"/>
                  </a:srgbClr>
                </a:solidFill>
                <a:highlight>
                  <a:srgbClr val="FFFFFF">
                    <a:alpha val="100000"/>
                  </a:srgbClr>
                </a:highlight>
                <a:latin typeface="-apple-system"/>
                <a:ea typeface="-apple-system"/>
                <a:cs typeface="+mn-cs"/>
              </a:rPr>
              <a:t>unity</a:t>
            </a:r>
            <a:r>
              <a:rPr lang="zh-CN" sz="1800" b="false">
                <a:solidFill>
                  <a:srgbClr val="060607">
                    <a:alpha val="100000"/>
                  </a:srgbClr>
                </a:solidFill>
                <a:highlight>
                  <a:srgbClr val="FFFFFF">
                    <a:alpha val="100000"/>
                  </a:srgbClr>
                </a:highlight>
                <a:latin typeface="-apple-system"/>
                <a:ea typeface="-apple-system"/>
                <a:cs typeface="+mn-cs"/>
              </a:rPr>
              <a:t>内部的独立组件，从前后端通信转为</a:t>
            </a:r>
            <a:r>
              <a:rPr lang="en-US" sz="1800" b="false">
                <a:solidFill>
                  <a:srgbClr val="060607">
                    <a:alpha val="100000"/>
                  </a:srgbClr>
                </a:solidFill>
                <a:highlight>
                  <a:srgbClr val="FFFFFF">
                    <a:alpha val="100000"/>
                  </a:srgbClr>
                </a:highlight>
                <a:latin typeface="-apple-system"/>
                <a:ea typeface="-apple-system"/>
                <a:cs typeface="+mn-cs"/>
              </a:rPr>
              <a:t>unity</a:t>
            </a:r>
            <a:r>
              <a:rPr lang="zh-CN" sz="1800" b="false">
                <a:solidFill>
                  <a:srgbClr val="060607">
                    <a:alpha val="100000"/>
                  </a:srgbClr>
                </a:solidFill>
                <a:highlight>
                  <a:srgbClr val="FFFFFF">
                    <a:alpha val="100000"/>
                  </a:srgbClr>
                </a:highlight>
                <a:latin typeface="-apple-system"/>
                <a:ea typeface="-apple-system"/>
                <a:cs typeface="+mn-cs"/>
              </a:rPr>
              <a:t>内部模块间的通信</a:t>
            </a:r>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7.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184" name=""/>
        <p:cNvGrpSpPr/>
        <p:nvPr/>
      </p:nvGrpSpPr>
      <p:grpSpPr>
        <a:xfrm>
          <a:off x="0" y="0"/>
          <a:ext cx="0" cy="0"/>
          <a:chOff x="0" y="0"/>
          <a:chExt cx="0" cy="0"/>
        </a:xfrm>
      </p:grpSpPr>
      <p:sp>
        <p:nvSpPr>
          <p:cNvPr id="185" name="文本占位符 1"/>
          <p:cNvSpPr>
            <a:spLocks noGrp="true"/>
          </p:cNvSpPr>
          <p:nvPr>
            <p:ph type="body" sz="quarter" idx="10"/>
          </p:nvPr>
        </p:nvSpPr>
        <p:spPr/>
        <p:txBody>
          <a:bodyPr/>
          <a:lstStyle/>
          <a:p>
            <a:pPr>
              <a:buFont typeface="Arial" panose="020B0604020202020204" pitchFamily="34" charset="0"/>
              <a:buNone/>
            </a:pPr>
            <a:r>
              <a:rPr lang="en-US">
                <a:latin typeface="等线"/>
                <a:ea typeface="等线"/>
                <a:cs typeface="+mn-cs"/>
                <a:sym typeface="等线"/>
              </a:rPr>
              <a:t>5</a:t>
            </a:r>
            <a:endParaRPr lang="zh-CN">
              <a:latin typeface="等线"/>
              <a:ea typeface="等线"/>
              <a:cs typeface="+mn-cs"/>
              <a:sym typeface="等线"/>
            </a:endParaRPr>
          </a:p>
        </p:txBody>
      </p:sp>
      <p:sp>
        <p:nvSpPr>
          <p:cNvPr id="186" name="文本占位符 2"/>
          <p:cNvSpPr>
            <a:spLocks noGrp="true"/>
          </p:cNvSpPr>
          <p:nvPr>
            <p:ph type="body" sz="quarter" idx="11"/>
          </p:nvPr>
        </p:nvSpPr>
        <p:spPr/>
        <p:txBody>
          <a:bodyPr/>
          <a:lstStyle/>
          <a:p>
            <a:pPr algn="ctr">
              <a:buFont typeface="Arial" panose="020B0604020202020204" pitchFamily="34" charset="0"/>
              <a:buNone/>
            </a:pPr>
            <a:r>
              <a:rPr lang="zh-CN">
                <a:latin typeface="等线"/>
                <a:ea typeface="思源黑体 CN Bold"/>
                <a:cs typeface="+mn-cs"/>
                <a:sym typeface="等线"/>
              </a:rPr>
              <a:t>分工</a:t>
            </a:r>
            <a:endParaRPr lang="zh-CN">
              <a:latin typeface="等线"/>
              <a:ea typeface="思源黑体 CN Bold"/>
              <a:cs typeface="+mn-cs"/>
              <a:sym typeface="等线"/>
            </a:endParaRPr>
          </a:p>
        </p:txBody>
      </p:sp>
      <p:sp>
        <p:nvSpPr>
          <p:cNvPr id="187" name="文本占位符 3"/>
          <p:cNvSpPr>
            <a:spLocks noGrp="true"/>
          </p:cNvSpPr>
          <p:nvPr>
            <p:ph type="body" sz="quarter" idx="12"/>
          </p:nvPr>
        </p:nvSpPr>
        <p:spPr/>
        <p:txBody>
          <a:bodyPr>
            <a:normAutofit/>
          </a:bodyPr>
          <a:lstStyle/>
          <a:p>
            <a:pPr algn="ctr"/>
            <a:r>
              <a:rPr lang="en-US" altLang="zh-CN" dirty="false">
                <a:latin typeface="等线" panose="02010600030101010101" pitchFamily="2" charset="-122"/>
                <a:sym typeface="等线" panose="02010600030101010101" pitchFamily="2" charset="-122"/>
              </a:rPr>
              <a:t>Other</a:t>
            </a:r>
            <a:endParaRPr lang="zh-CN" altLang="en-US" dirty="false">
              <a:latin typeface="等线" panose="02010600030101010101" pitchFamily="2" charset="-122"/>
              <a:sym typeface="等线" panose="02010600030101010101" pitchFamily="2" charset="-122"/>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8.xml><?xml version="1.0" encoding="utf-8"?>
<p:sld xmlns:p159="http://schemas.microsoft.com/office/powerpoint/2015/09/main" xmlns:a16="http://schemas.microsoft.com/office/drawing/2014/main" xmlns:a="http://schemas.openxmlformats.org/drawingml/2006/main" xmlns:p="http://schemas.openxmlformats.org/presentationml/2006/main" xmlns:r="http://schemas.openxmlformats.org/officeDocument/2006/relationships" xmlns:mc="http://schemas.openxmlformats.org/markup-compatibility/2006" mc:Ignorable="p159 a16">
  <p:cSld>
    <p:spTree>
      <p:nvGrpSpPr>
        <p:cNvPr id="188" name=""/>
        <p:cNvGrpSpPr/>
        <p:nvPr/>
      </p:nvGrpSpPr>
      <p:grpSpPr>
        <a:xfrm>
          <a:off x="0" y="0"/>
          <a:ext cx="0" cy="0"/>
          <a:chOff x="0" y="0"/>
          <a:chExt cx="0" cy="0"/>
        </a:xfrm>
      </p:grpSpPr>
      <p:sp>
        <p:nvSpPr>
          <p:cNvPr id="189" name="文本占位符 1"/>
          <p:cNvSpPr>
            <a:spLocks noGrp="true"/>
          </p:cNvSpPr>
          <p:nvPr>
            <p:ph type="body" sz="quarter" idx="12"/>
          </p:nvPr>
        </p:nvSpPr>
        <p:spPr/>
        <p:txBody>
          <a:bodyPr/>
          <a:lstStyle/>
          <a:p>
            <a:pPr/>
            <a:r>
              <a:rPr lang="en-US" altLang="zh-CN" dirty="false">
                <a:latin typeface="等线" panose="02010600030101010101" pitchFamily="2" charset="-122"/>
                <a:sym typeface="等线" panose="02010600030101010101" pitchFamily="2" charset="-122"/>
              </a:rPr>
              <a:t>4</a:t>
            </a:r>
            <a:endParaRPr lang="zh-CN" altLang="en-US" dirty="false">
              <a:latin typeface="等线" panose="02010600030101010101" pitchFamily="2" charset="-122"/>
              <a:sym typeface="等线" panose="02010600030101010101" pitchFamily="2" charset="-122"/>
            </a:endParaRPr>
          </a:p>
        </p:txBody>
      </p:sp>
      <p:sp>
        <p:nvSpPr>
          <p:cNvPr id="190" name="文本占位符 2"/>
          <p:cNvSpPr>
            <a:spLocks noGrp="true"/>
          </p:cNvSpPr>
          <p:nvPr>
            <p:ph type="body" sz="quarter" idx="13"/>
          </p:nvPr>
        </p:nvSpPr>
        <p:spPr/>
        <p:txBody>
          <a:bodyPr/>
          <a:lstStyle/>
          <a:p>
            <a:pPr/>
            <a:r>
              <a:rPr lang="zh-CN" altLang="en-US" dirty="false">
                <a:latin typeface="等线" panose="02010600030101010101" pitchFamily="2" charset="-122"/>
                <a:sym typeface="等线" panose="02010600030101010101" pitchFamily="2" charset="-122"/>
              </a:rPr>
              <a:t>团队分工</a:t>
            </a:r>
            <a:endParaRPr lang="zh-CN" altLang="en-US" dirty="false">
              <a:latin typeface="等线" panose="02010600030101010101" pitchFamily="2" charset="-122"/>
              <a:sym typeface="等线" panose="02010600030101010101" pitchFamily="2" charset="-122"/>
            </a:endParaRPr>
          </a:p>
        </p:txBody>
      </p:sp>
      <p:graphicFrame>
        <p:nvGraphicFramePr>
          <p:cNvPr id="191" name="表格 2"/>
          <p:cNvGraphicFramePr/>
          <p:nvPr/>
        </p:nvGraphicFramePr>
        <p:xfrm rot="0" flipH="false" flipV="false">
          <a:off x="1381466" y="1658159"/>
          <a:ext cx="9163050" cy="4914900"/>
        </p:xfrm>
        <a:graphic>
          <a:graphicData uri="http://schemas.openxmlformats.org/drawingml/2006/table">
            <a:tbl>
              <a:tblPr firstRow="true" bandRow="true">
                <a:effectLst>
                  <a:outerShdw blurRad="190500" algn="ctr" rotWithShape="false">
                    <a:srgbClr val="9E008B">
                      <a:alpha val="40000"/>
                    </a:srgbClr>
                  </a:outerShdw>
                </a:effectLst>
                <a:tableStyleId>{F5AB1C69-6EDB-4FF4-983F-18BD219EF322}</a:tableStyleId>
              </a:tblPr>
              <a:tblGrid>
                <a:gridCol w="2978785">
                  <a:extLst>
                    <a:ext uri="{9D8B030D-6E8A-4147-A177-3AD203B41FA5}">
                      <a16:colId val="1"/>
                    </a:ext>
                  </a:extLst>
                </a:gridCol>
                <a:gridCol w="2978785">
                  <a:extLst>
                    <a:ext uri="{9D8B030D-6E8A-4147-A177-3AD203B41FA5}">
                      <a16:colId val="2"/>
                    </a:ext>
                  </a:extLst>
                </a:gridCol>
                <a:gridCol w="3204845">
                  <a:extLst>
                    <a:ext uri="{9D8B030D-6E8A-4147-A177-3AD203B41FA5}">
                      <a16:colId val="3"/>
                    </a:ext>
                  </a:extLst>
                </a:gridCol>
              </a:tblGrid>
              <a:tr h="665480">
                <a:tc>
                  <a:txBody>
                    <a:bodyPr/>
                    <a:lstStyle/>
                    <a:p>
                      <a:pPr algn="ctr"/>
                      <a:r>
                        <a:rPr lang="zh-CN" altLang="en-US" sz="1800" b="false" dirty="false">
                          <a:solidFill>
                            <a:schemeClr val="bg1">
                              <a:lumMod val="95000"/>
                            </a:schemeClr>
                          </a:solidFill>
                          <a:latin typeface="思源黑体 CN Normal" panose="020B0400000000000000" pitchFamily="34" charset="-122"/>
                          <a:ea typeface="思源黑体 CN Normal" panose="020B0400000000000000" pitchFamily="34" charset="-122"/>
                          <a:sym typeface="等线" panose="02010600030101010101" pitchFamily="2" charset="-122"/>
                        </a:rPr>
                        <a:t>姓名</a:t>
                      </a:r>
                      <a:endParaRPr lang="zh-CN" altLang="en-US" sz="1800" b="false" dirty="false">
                        <a:solidFill>
                          <a:schemeClr val="bg1">
                            <a:lumMod val="95000"/>
                          </a:schemeClr>
                        </a:solidFill>
                        <a:latin typeface="思源黑体 CN Normal" panose="020B0400000000000000" pitchFamily="34" charset="-122"/>
                        <a:ea typeface="思源黑体 CN Normal" panose="020B0400000000000000" pitchFamily="34" charset="-122"/>
                        <a:sym typeface="等线" panose="02010600030101010101" pitchFamily="2" charset="-122"/>
                      </a:endParaRPr>
                    </a:p>
                  </a:txBody>
                  <a:tcPr marL="134464" marR="89642" marT="44821" marB="44821"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E008B"/>
                    </a:solidFill>
                  </a:tcPr>
                </a:tc>
                <a:tc>
                  <a:txBody>
                    <a:bodyPr/>
                    <a:lstStyle/>
                    <a:p>
                      <a:pPr algn="ctr"/>
                      <a:r>
                        <a:rPr lang="zh-CN" altLang="en-US" sz="1800" b="false" dirty="false">
                          <a:latin typeface="思源黑体 CN Normal" panose="020B0400000000000000" pitchFamily="34" charset="-122"/>
                          <a:ea typeface="思源黑体 CN Normal" panose="020B0400000000000000" pitchFamily="34" charset="-122"/>
                          <a:sym typeface="等线" panose="02010600030101010101" pitchFamily="2" charset="-122"/>
                        </a:rPr>
                        <a:t>学号</a:t>
                      </a:r>
                      <a:endParaRPr lang="zh-CN" altLang="en-US" sz="1800" b="false" dirty="false">
                        <a:gradFill>
                          <a:gsLst>
                            <a:gs pos="2655">
                              <a:schemeClr val="tx1"/>
                            </a:gs>
                            <a:gs pos="31000">
                              <a:schemeClr val="tx1"/>
                            </a:gs>
                          </a:gsLst>
                          <a:lin ang="5400000" scaled="false"/>
                        </a:gradFill>
                        <a:latin typeface="思源黑体 CN Normal" panose="020B0400000000000000" pitchFamily="34" charset="-122"/>
                        <a:ea typeface="思源黑体 CN Normal" panose="020B0400000000000000" pitchFamily="34" charset="-122"/>
                        <a:sym typeface="等线" panose="02010600030101010101" pitchFamily="2" charset="-122"/>
                      </a:endParaRPr>
                    </a:p>
                  </a:txBody>
                  <a:tcPr marL="134464" marR="89642" marT="44821" marB="44821"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E008B"/>
                    </a:solidFill>
                  </a:tcPr>
                </a:tc>
                <a:tc>
                  <a:txBody>
                    <a:bodyPr/>
                    <a:lstStyle/>
                    <a:p>
                      <a:pPr algn="ctr"/>
                      <a:r>
                        <a:rPr lang="zh-CN" altLang="en-US" sz="1800" b="false" dirty="false">
                          <a:latin typeface="思源黑体 CN Normal" panose="020B0400000000000000" pitchFamily="34" charset="-122"/>
                          <a:ea typeface="思源黑体 CN Normal" panose="020B0400000000000000" pitchFamily="34" charset="-122"/>
                          <a:sym typeface="等线" panose="02010600030101010101" pitchFamily="2" charset="-122"/>
                        </a:rPr>
                        <a:t>主要工作</a:t>
                      </a:r>
                      <a:endParaRPr lang="zh-CN" altLang="en-US" sz="1800" b="false" dirty="false">
                        <a:gradFill>
                          <a:gsLst>
                            <a:gs pos="2655">
                              <a:schemeClr val="tx1"/>
                            </a:gs>
                            <a:gs pos="31000">
                              <a:schemeClr val="tx1"/>
                            </a:gs>
                          </a:gsLst>
                          <a:lin ang="5400000" scaled="false"/>
                        </a:gradFill>
                        <a:latin typeface="思源黑体 CN Normal" panose="020B0400000000000000" pitchFamily="34" charset="-122"/>
                        <a:ea typeface="思源黑体 CN Normal" panose="020B0400000000000000" pitchFamily="34" charset="-122"/>
                        <a:sym typeface="等线" panose="02010600030101010101" pitchFamily="2" charset="-122"/>
                      </a:endParaRPr>
                    </a:p>
                  </a:txBody>
                  <a:tcPr marL="134464" marR="89642" marT="44821" marB="44821"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9E008B"/>
                    </a:solidFill>
                  </a:tcPr>
                </a:tc>
                <a:extLst>
                  <a:ext uri="{0D108BD9-81ED-4DB2-BD59-A6C34878D82A}">
                    <a16:rowId val="1"/>
                  </a:ext>
                </a:extLst>
              </a:tr>
              <a:tr h="667385">
                <a:tc>
                  <a:txBody>
                    <a:bodyPr/>
                    <a:lstStyle/>
                    <a:p>
                      <a:pPr marL="0" algn="ctr" defTabSz="914400"/>
                      <a:r>
                        <a:rPr lang="zh-CN" sz="1800" b="false">
                          <a:solidFill>
                            <a:srgbClr val="9E008B">
                              <a:alpha val="100000"/>
                            </a:srgbClr>
                          </a:solidFill>
                          <a:latin typeface="思源黑体 CN Normal"/>
                          <a:ea typeface="思源黑体 CN Normal"/>
                          <a:cs typeface="+mn-cs"/>
                          <a:sym typeface="等线"/>
                        </a:rPr>
                        <a:t>袁军平</a:t>
                      </a:r>
                      <a:endParaRPr/>
                    </a:p>
                  </a:txBody>
                  <a:tcPr marL="179285" marR="89642" marT="89642" marB="44821"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en-US" sz="2000" b="false">
                          <a:latin typeface="思源黑体 CN Normal"/>
                          <a:ea typeface="思源黑体 CN Normal"/>
                          <a:cs typeface="思源黑体 CN Normal"/>
                          <a:sym typeface="等线"/>
                        </a:rPr>
                        <a:t>502023320016</a:t>
                      </a:r>
                      <a:endParaRPr/>
                    </a:p>
                  </a:txBody>
                  <a:tcPr marL="179285" marR="89642" marT="89642" marB="44821"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lgn="ctr"/>
                      <a:r>
                        <a:rPr lang="zh-CN" sz="1800" b="false">
                          <a:latin typeface="思源黑体 CN Normal"/>
                          <a:ea typeface="思源黑体 CN Normal"/>
                          <a:cs typeface="思源黑体 CN Normal"/>
                          <a:sym typeface="等线"/>
                        </a:rPr>
                        <a:t>调研渲染优化点，</a:t>
                      </a:r>
                      <a:r>
                        <a:rPr lang="en-US" sz="1800" b="false">
                          <a:latin typeface="思源黑体 CN Normal"/>
                          <a:ea typeface="思源黑体 CN Normal"/>
                          <a:cs typeface="思源黑体 CN Normal"/>
                          <a:sym typeface="等线"/>
                        </a:rPr>
                        <a:t>PPT</a:t>
                      </a:r>
                      <a:r>
                        <a:rPr lang="zh-CN" sz="1800" b="false">
                          <a:latin typeface="思源黑体 CN Normal"/>
                          <a:ea typeface="思源黑体 CN Normal"/>
                          <a:cs typeface="思源黑体 CN Normal"/>
                          <a:sym typeface="等线"/>
                        </a:rPr>
                        <a:t>整合</a:t>
                      </a:r>
                      <a:endParaRPr/>
                    </a:p>
                  </a:txBody>
                  <a:tcPr marL="179285" marR="89642" marT="89642" marB="44821" anchor="ct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val="2"/>
                  </a:ext>
                </a:extLst>
              </a:tr>
              <a:tr h="875665">
                <a:tc>
                  <a:txBody>
                    <a:bodyPr/>
                    <a:lstStyle/>
                    <a:p>
                      <a:pPr marL="0" algn="ctr" defTabSz="914400"/>
                      <a:r>
                        <a:rPr lang="zh-CN" sz="1800" b="false">
                          <a:solidFill>
                            <a:srgbClr val="9E008B">
                              <a:alpha val="100000"/>
                            </a:srgbClr>
                          </a:solidFill>
                          <a:latin typeface="思源黑体 CN Normal"/>
                          <a:ea typeface="思源黑体 CN Normal"/>
                          <a:cs typeface="+mn-cs"/>
                          <a:sym typeface="等线"/>
                        </a:rPr>
                        <a:t>吴子玥</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b="false">
                          <a:latin typeface="思源黑体 CN Normal"/>
                          <a:ea typeface="思源黑体 CN Normal"/>
                          <a:cs typeface="思源黑体 CN Normal"/>
                          <a:sym typeface="等线"/>
                        </a:rPr>
                        <a:t>522024320166</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zh-CN">
                          <a:latin typeface="思源黑体 CN Normal"/>
                          <a:ea typeface="思源黑体 CN Normal"/>
                          <a:cs typeface="+mn-cs"/>
                        </a:rPr>
                        <a:t>分析学长学姐项目</a:t>
                      </a:r>
                      <a:endParaRPr/>
                    </a:p>
                    <a:p>
                      <a:pPr algn="ctr"/>
                      <a:r>
                        <a:rPr lang="zh-CN">
                          <a:latin typeface="思源黑体 CN Normal"/>
                          <a:ea typeface="思源黑体 CN Normal"/>
                          <a:cs typeface="+mn-cs"/>
                        </a:rPr>
                        <a:t>调研</a:t>
                      </a:r>
                      <a:r>
                        <a:rPr lang="en-US">
                          <a:latin typeface="思源黑体 CN Normal"/>
                          <a:ea typeface="思源黑体 CN Normal"/>
                          <a:cs typeface="+mn-cs"/>
                        </a:rPr>
                        <a:t>AI</a:t>
                      </a:r>
                      <a:r>
                        <a:rPr lang="zh-CN">
                          <a:latin typeface="思源黑体 CN Normal"/>
                          <a:ea typeface="思源黑体 CN Normal"/>
                          <a:cs typeface="+mn-cs"/>
                        </a:rPr>
                        <a:t>、前后端通信优化点</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val="3"/>
                  </a:ext>
                </a:extLst>
              </a:tr>
              <a:tr h="666750">
                <a:tc>
                  <a:txBody>
                    <a:bodyPr/>
                    <a:lstStyle/>
                    <a:p>
                      <a:pPr marL="0" algn="ctr" defTabSz="914400"/>
                      <a:r>
                        <a:rPr lang="zh-CN" sz="1800" b="false">
                          <a:solidFill>
                            <a:srgbClr val="9E008B">
                              <a:alpha val="100000"/>
                            </a:srgbClr>
                          </a:solidFill>
                          <a:latin typeface="思源黑体 CN Normal"/>
                          <a:ea typeface="思源黑体 CN Normal"/>
                          <a:cs typeface="+mn-cs"/>
                          <a:sym typeface="等线"/>
                        </a:rPr>
                        <a:t>费森</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b="false">
                          <a:latin typeface="思源黑体 CN Normal"/>
                          <a:ea typeface="思源黑体 CN Normal"/>
                          <a:cs typeface="思源黑体 CN Normal"/>
                          <a:sym typeface="等线"/>
                        </a:rPr>
                        <a:t>522024320040 </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zh-CN" sz="1800" b="false">
                          <a:gradFill>
                            <a:gsLst>
                              <a:gs pos="2655">
                                <a:schemeClr val="tx1">
                                  <a:alpha val="100000"/>
                                </a:schemeClr>
                              </a:gs>
                              <a:gs pos="31000">
                                <a:schemeClr val="tx1">
                                  <a:alpha val="100000"/>
                                </a:schemeClr>
                              </a:gs>
                            </a:gsLst>
                            <a:lin ang="5400000" scaled="false"/>
                          </a:gradFill>
                          <a:latin typeface="思源黑体 CN Normal"/>
                          <a:ea typeface="思源黑体 CN Normal"/>
                          <a:cs typeface="思源黑体 CN Normal"/>
                          <a:sym typeface="等线"/>
                        </a:rPr>
                        <a:t>项目背景撰写</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val="4"/>
                  </a:ext>
                </a:extLst>
              </a:tr>
              <a:tr h="666115">
                <a:tc>
                  <a:txBody>
                    <a:bodyPr/>
                    <a:lstStyle/>
                    <a:p>
                      <a:pPr marL="0" algn="ctr" defTabSz="914400"/>
                      <a:r>
                        <a:rPr lang="zh-CN" sz="1800" b="false">
                          <a:solidFill>
                            <a:srgbClr val="9E008B">
                              <a:alpha val="100000"/>
                            </a:srgbClr>
                          </a:solidFill>
                          <a:latin typeface="思源黑体 CN Normal"/>
                          <a:ea typeface="思源黑体 CN Normal"/>
                          <a:cs typeface="+mn-cs"/>
                          <a:sym typeface="等线"/>
                        </a:rPr>
                        <a:t>隆汉韬</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b="false">
                          <a:latin typeface="思源黑体 CN Normal"/>
                          <a:ea typeface="思源黑体 CN Normal"/>
                          <a:cs typeface="思源黑体 CN Normal"/>
                          <a:sym typeface="等线"/>
                        </a:rPr>
                        <a:t>522024720005</a:t>
                      </a:r>
                      <a:endParaRPr lang="en-US" sz="2000" b="false">
                        <a:gradFill>
                          <a:gsLst>
                            <a:gs pos="2655">
                              <a:schemeClr val="tx1">
                                <a:alpha val="100000"/>
                              </a:schemeClr>
                            </a:gs>
                            <a:gs pos="31000">
                              <a:schemeClr val="tx1">
                                <a:alpha val="100000"/>
                              </a:schemeClr>
                            </a:gs>
                          </a:gsLst>
                          <a:lin ang="5400000" scaled="false"/>
                        </a:gradFill>
                        <a:latin typeface="思源黑体 CN Normal"/>
                        <a:ea typeface="思源黑体 CN Normal"/>
                        <a:cs typeface="思源黑体 CN Normal"/>
                        <a:sym typeface="等线"/>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zh-CN" sz="1800" b="false">
                          <a:latin typeface="思源黑体 CN Normal"/>
                          <a:ea typeface="思源黑体 CN Normal"/>
                          <a:cs typeface="+mn-cs"/>
                          <a:sym typeface="等线"/>
                        </a:rPr>
                        <a:t>竞品分析</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val="5"/>
                  </a:ext>
                </a:extLst>
              </a:tr>
              <a:tr h="666115">
                <a:tc>
                  <a:txBody>
                    <a:bodyPr/>
                    <a:lstStyle/>
                    <a:p>
                      <a:pPr marL="0" algn="ctr" defTabSz="914400"/>
                      <a:r>
                        <a:rPr lang="zh-CN" sz="1800" b="false">
                          <a:solidFill>
                            <a:srgbClr val="9E008B">
                              <a:alpha val="100000"/>
                            </a:srgbClr>
                          </a:solidFill>
                          <a:latin typeface="思源黑体 CN Normal"/>
                          <a:ea typeface="思源黑体 CN Normal"/>
                          <a:cs typeface="+mn-cs"/>
                          <a:sym typeface="等线"/>
                        </a:rPr>
                        <a:t>董蔼萱</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b="false">
                          <a:latin typeface="思源黑体 CN Normal"/>
                          <a:ea typeface="思源黑体 CN Normal"/>
                          <a:cs typeface="思源黑体 CN Normal"/>
                          <a:sym typeface="等线"/>
                        </a:rPr>
                        <a:t>522024320035</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zh-CN" sz="1800" b="false">
                          <a:latin typeface="思源黑体 CN Normal"/>
                          <a:ea typeface="思源黑体 CN Normal"/>
                          <a:cs typeface="+mn-cs"/>
                          <a:sym typeface="等线"/>
                        </a:rPr>
                        <a:t>相关技术综述</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val="6"/>
                  </a:ext>
                </a:extLst>
              </a:tr>
              <a:tr h="666115">
                <a:tc>
                  <a:txBody>
                    <a:bodyPr/>
                    <a:lstStyle/>
                    <a:p>
                      <a:pPr marL="0" algn="ctr" defTabSz="914400"/>
                      <a:r>
                        <a:rPr lang="zh-CN" sz="1800" b="false">
                          <a:solidFill>
                            <a:srgbClr val="9E008B">
                              <a:alpha val="100000"/>
                            </a:srgbClr>
                          </a:solidFill>
                          <a:latin typeface="思源黑体 CN Normal"/>
                          <a:ea typeface="思源黑体 CN Normal"/>
                          <a:cs typeface="+mn-cs"/>
                          <a:sym typeface="等线"/>
                        </a:rPr>
                        <a:t>龚开益</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2000" b="false">
                          <a:latin typeface="思源黑体 CN Normal"/>
                          <a:ea typeface="思源黑体 CN Normal"/>
                          <a:cs typeface="思源黑体 CN Normal"/>
                          <a:sym typeface="等线"/>
                        </a:rPr>
                        <a:t>522024320045</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zh-CN" sz="1800" b="false">
                          <a:latin typeface="思源黑体 CN Normal"/>
                          <a:ea typeface="思源黑体 CN Normal"/>
                          <a:cs typeface="+mn-cs"/>
                          <a:sym typeface="等线"/>
                        </a:rPr>
                        <a:t>相关技术综述调研</a:t>
                      </a:r>
                      <a:endParaRPr/>
                    </a:p>
                  </a:txBody>
                  <a:tcPr marL="179285" marR="89642" marT="89642" marB="44821"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val="7"/>
                  </a:ext>
                </a:extLst>
              </a:tr>
            </a:tbl>
          </a:graphicData>
        </a:graphic>
      </p:graphicFrame>
      <p:grpSp>
        <p:nvGrpSpPr>
          <p:cNvPr id="192" name="组合 9"/>
          <p:cNvGrpSpPr/>
          <p:nvPr/>
        </p:nvGrpSpPr>
        <p:grpSpPr>
          <a:xfrm rot="0" flipH="false" flipV="false">
            <a:off x="3444782" y="973690"/>
            <a:ext cx="5302435" cy="645443"/>
            <a:chOff x="3444782" y="1032886"/>
            <a:chExt cx="5302435" cy="521390"/>
          </a:xfrm>
        </p:grpSpPr>
        <p:sp>
          <p:nvSpPr>
            <p:cNvPr id="193" name="矩形: 圆角 6"/>
            <p:cNvSpPr/>
            <p:nvPr/>
          </p:nvSpPr>
          <p:spPr>
            <a:xfrm>
              <a:off x="3444783" y="1032886"/>
              <a:ext cx="5302434" cy="521390"/>
            </a:xfrm>
            <a:prstGeom prst="roundRect">
              <a:avLst>
                <a:gd name="adj" fmla="val 9494"/>
              </a:avLst>
            </a:prstGeom>
            <a:gradFill>
              <a:gsLst>
                <a:gs pos="0">
                  <a:srgbClr val="9E008B"/>
                </a:gs>
                <a:gs pos="83000">
                  <a:srgbClr val="8C0062"/>
                </a:gs>
                <a:gs pos="100000">
                  <a:schemeClr val="accent3"/>
                </a:gs>
              </a:gsLst>
              <a:lin ang="3000000" scaled="false"/>
            </a:gradFill>
            <a:ln w="25400">
              <a:noFill/>
            </a:ln>
            <a:effectLst>
              <a:outerShdw blurRad="228600" sx="103000" sy="103000" algn="ctr" rotWithShape="false">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sz="2400" b="true" spc="600" dirty="false">
                <a:solidFill>
                  <a:schemeClr val="bg1"/>
                </a:solidFill>
                <a:latin typeface="等线" panose="02010600030101010101" pitchFamily="2" charset="-122"/>
                <a:ea typeface="微软雅黑" panose="020B0503020204020204" pitchFamily="34" charset="-122"/>
                <a:sym typeface="等线" panose="02010600030101010101" pitchFamily="2" charset="-122"/>
              </a:endParaRPr>
            </a:p>
          </p:txBody>
        </p:sp>
        <p:pic>
          <p:nvPicPr>
            <p:cNvPr id="194" name="图片 7"/>
            <p:cNvPicPr>
              <a:picLocks noChangeAspect="true"/>
            </p:cNvPicPr>
            <p:nvPr/>
          </p:nvPicPr>
          <p:blipFill rotWithShape="true">
            <a:blip r:embed="rId2">
              <a:alphaModFix amt="35000"/>
              <a:extLst>
                <a:ext uri="{28A0092B-C50C-407E-A947-70E740481C1C}"/>
              </a:extLst>
            </a:blip>
            <a:srcRect l="4166" t="52992" r="43468" b="39464"/>
            <a:stretch>
              <a:fillRect/>
            </a:stretch>
          </p:blipFill>
          <p:spPr>
            <a:xfrm>
              <a:off x="3444782" y="1032886"/>
              <a:ext cx="5302434" cy="517370"/>
            </a:xfrm>
            <a:prstGeom prst="rect">
              <a:avLst/>
            </a:prstGeom>
          </p:spPr>
        </p:pic>
      </p:grpSp>
      <p:sp>
        <p:nvSpPr>
          <p:cNvPr id="195" name="矩形 8"/>
          <p:cNvSpPr/>
          <p:nvPr/>
        </p:nvSpPr>
        <p:spPr>
          <a:xfrm rot="0" flipH="false" flipV="false">
            <a:off x="3106985" y="973690"/>
            <a:ext cx="6540500" cy="520700"/>
          </a:xfrm>
          <a:prstGeom prst="rect">
            <a:avLst/>
          </a:prstGeom>
        </p:spPr>
        <p:txBody>
          <a:bodyPr wrap="square">
            <a:spAutoFit/>
          </a:bodyPr>
          <a:lstStyle/>
          <a:p>
            <a:pPr algn="ctr"/>
            <a:r>
              <a:rPr lang="zh-CN" sz="1400" spc="600">
                <a:solidFill>
                  <a:schemeClr val="bg1">
                    <a:alpha val="100000"/>
                  </a:schemeClr>
                </a:solidFill>
                <a:latin typeface="思源黑体 CN Bold"/>
                <a:ea typeface="思源黑体 CN Bold"/>
                <a:cs typeface="+mn-cs"/>
                <a:sym typeface="等线"/>
              </a:rPr>
              <a:t>调研工作贡献占比（贡献均等</a:t>
            </a:r>
            <a:r>
              <a:rPr lang="en-US" sz="1400" spc="600">
                <a:solidFill>
                  <a:schemeClr val="bg1">
                    <a:alpha val="100000"/>
                  </a:schemeClr>
                </a:solidFill>
                <a:latin typeface="思源黑体 CN Bold"/>
                <a:ea typeface="思源黑体 CN Bold"/>
                <a:cs typeface="+mn-cs"/>
                <a:sym typeface="等线"/>
              </a:rPr>
              <a:t>16.7%</a:t>
            </a:r>
            <a:r>
              <a:rPr lang="zh-CN" sz="2800" spc="600">
                <a:solidFill>
                  <a:schemeClr val="bg1">
                    <a:alpha val="100000"/>
                  </a:schemeClr>
                </a:solidFill>
                <a:latin typeface="思源黑体 CN Bold"/>
                <a:ea typeface="思源黑体 CN Bold"/>
                <a:cs typeface="+mn-cs"/>
                <a:sym typeface="等线"/>
              </a:rPr>
              <a:t>）</a:t>
            </a:r>
            <a:endParaRPr/>
          </a:p>
        </p:txBody>
      </p:sp>
      <p:grpSp>
        <p:nvGrpSpPr>
          <p:cNvPr id="196" name="组合 14"/>
          <p:cNvGrpSpPr/>
          <p:nvPr/>
        </p:nvGrpSpPr>
        <p:grpSpPr>
          <a:xfrm rot="0" flipH="false" flipV="false">
            <a:off x="5174560" y="6460431"/>
            <a:ext cx="1298274" cy="478251"/>
            <a:chOff x="4797727" y="6227177"/>
            <a:chExt cx="2596548" cy="630823"/>
          </a:xfrm>
        </p:grpSpPr>
        <p:pic>
          <p:nvPicPr>
            <p:cNvPr id="197" name="图片 11"/>
            <p:cNvPicPr>
              <a:picLocks noChangeAspect="true"/>
            </p:cNvPicPr>
            <p:nvPr/>
          </p:nvPicPr>
          <p:blipFill>
            <a:blip r:embed="rId3">
              <a:extLst>
                <a:ext uri="{28A0092B-C50C-407E-A947-70E740481C1C}"/>
              </a:extLst>
            </a:blip>
            <a:stretch>
              <a:fillRect/>
            </a:stretch>
          </p:blipFill>
          <p:spPr>
            <a:xfrm>
              <a:off x="4797727" y="6227177"/>
              <a:ext cx="2596547" cy="509960"/>
            </a:xfrm>
            <a:prstGeom prst="rect">
              <a:avLst/>
            </a:prstGeom>
          </p:spPr>
        </p:pic>
        <p:sp>
          <p:nvSpPr>
            <p:cNvPr id="198" name="矩形 12"/>
            <p:cNvSpPr/>
            <p:nvPr/>
          </p:nvSpPr>
          <p:spPr>
            <a:xfrm>
              <a:off x="4797727" y="6380891"/>
              <a:ext cx="850719" cy="477109"/>
            </a:xfrm>
            <a:prstGeom prst="rect">
              <a:avLst/>
            </a:prstGeom>
            <a:gradFill flip="none" rotWithShape="true">
              <a:gsLst>
                <a:gs pos="0">
                  <a:schemeClr val="bg1"/>
                </a:gs>
                <a:gs pos="100000">
                  <a:schemeClr val="bg1">
                    <a:alpha val="0"/>
                  </a:schemeClr>
                </a:gs>
              </a:gsLst>
              <a:lin ang="0" scaled="true"/>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latin typeface="等线" panose="02010600030101010101" pitchFamily="2" charset="-122"/>
                <a:sym typeface="等线" panose="02010600030101010101" pitchFamily="2" charset="-122"/>
              </a:endParaRPr>
            </a:p>
          </p:txBody>
        </p:sp>
        <p:sp>
          <p:nvSpPr>
            <p:cNvPr id="199" name="矩形 13"/>
            <p:cNvSpPr/>
            <p:nvPr/>
          </p:nvSpPr>
          <p:spPr>
            <a:xfrm>
              <a:off x="6543556" y="6380890"/>
              <a:ext cx="850719" cy="477109"/>
            </a:xfrm>
            <a:prstGeom prst="rect">
              <a:avLst/>
            </a:prstGeom>
            <a:gradFill flip="none" rotWithShape="true">
              <a:gsLst>
                <a:gs pos="0">
                  <a:schemeClr val="bg1"/>
                </a:gs>
                <a:gs pos="100000">
                  <a:schemeClr val="bg1">
                    <a:alpha val="0"/>
                  </a:schemeClr>
                </a:gs>
              </a:gsLst>
              <a:lin ang="10800000" scaled="false"/>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lstStyle/>
            <a:p>
              <a:pPr algn="ctr"/>
              <a:endParaRPr lang="zh-CN" altLang="en-US">
                <a:latin typeface="等线" panose="02010600030101010101" pitchFamily="2" charset="-122"/>
                <a:sym typeface="等线" panose="02010600030101010101" pitchFamily="2" charset="-122"/>
              </a:endParaRPr>
            </a:p>
          </p:txBody>
        </p:sp>
      </p:gr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slides/slide29.xml><?xml version="1.0" encoding="utf-8"?>
<p:sld xmlns:p159="http://schemas.microsoft.com/office/powerpoint/2015/09/main" xmlns:p="http://schemas.openxmlformats.org/presentationml/2006/main" xmlns:a="http://schemas.openxmlformats.org/drawingml/2006/main" xmlns:mc="http://schemas.openxmlformats.org/markup-compatibility/2006" mc:Ignorable="p159">
  <p:cSld>
    <p:spTree>
      <p:nvGrpSpPr>
        <p:cNvPr id="200" name=""/>
        <p:cNvGrpSpPr/>
        <p:nvPr/>
      </p:nvGrpSpPr>
      <p:grpSpPr>
        <a:xfrm>
          <a:off x="0" y="0"/>
          <a:ext cx="0" cy="0"/>
          <a:chOff x="0" y="0"/>
          <a:chExt cx="0" cy="0"/>
        </a:xfrm>
      </p:grpSpPr>
      <p:sp>
        <p:nvSpPr>
          <p:cNvPr id="201" name="标题 1"/>
          <p:cNvSpPr>
            <a:spLocks noGrp="true"/>
          </p:cNvSpPr>
          <p:nvPr>
            <p:ph type="title"/>
          </p:nvPr>
        </p:nvSpPr>
        <p:spPr/>
        <p:txBody>
          <a:bodyPr/>
          <a:lstStyle/>
          <a:p>
            <a:pPr/>
            <a:r>
              <a:rPr lang="zh-CN" altLang="en-US" dirty="false">
                <a:latin typeface="等线" panose="02010600030101010101" pitchFamily="2" charset="-122"/>
                <a:sym typeface="等线" panose="02010600030101010101" pitchFamily="2" charset="-122"/>
              </a:rPr>
              <a:t>谢谢</a:t>
            </a:r>
            <a:endParaRPr lang="zh-CN" altLang="en-US" dirty="false">
              <a:latin typeface="等线" panose="02010600030101010101" pitchFamily="2" charset="-122"/>
              <a:sym typeface="等线" panose="02010600030101010101" pitchFamily="2" charset="-122"/>
            </a:endParaRPr>
          </a:p>
        </p:txBody>
      </p:sp>
      <p:sp>
        <p:nvSpPr>
          <p:cNvPr id="202" name="文本占位符 2"/>
          <p:cNvSpPr>
            <a:spLocks noGrp="true"/>
          </p:cNvSpPr>
          <p:nvPr>
            <p:ph type="body" sz="quarter" idx="13"/>
          </p:nvPr>
        </p:nvSpPr>
        <p:spPr/>
        <p:txBody>
          <a:bodyPr/>
          <a:lstStyle/>
          <a:p>
            <a:pPr/>
            <a:r>
              <a:rPr lang="en-US" altLang="zh-CN" dirty="false">
                <a:effectLst/>
                <a:latin typeface="等线" panose="02010600030101010101" pitchFamily="2" charset="-122"/>
                <a:sym typeface="等线" panose="02010600030101010101" pitchFamily="2" charset="-122"/>
              </a:rPr>
              <a:t>THANK YOU.</a:t>
            </a:r>
            <a:endParaRPr lang="zh-CN" altLang="en-US" dirty="false">
              <a:effectLst/>
              <a:latin typeface="等线" panose="02010600030101010101" pitchFamily="2" charset="-122"/>
              <a:sym typeface="等线" panose="02010600030101010101" pitchFamily="2" charset="-122"/>
            </a:endParaRPr>
          </a:p>
        </p:txBody>
      </p:sp>
      <p:sp>
        <p:nvSpPr>
          <p:cNvPr id="203" name="文本占位符 3"/>
          <p:cNvSpPr>
            <a:spLocks noGrp="true"/>
          </p:cNvSpPr>
          <p:nvPr>
            <p:ph type="body" sz="quarter" idx="15"/>
          </p:nvPr>
        </p:nvSpPr>
        <p:spPr/>
        <p:txBody>
          <a:bodyPr>
            <a:noAutofit/>
          </a:bodyPr>
          <a:lstStyle/>
          <a:p>
            <a:pPr/>
            <a:r>
              <a:rPr lang="en-US" altLang="zh-CN" dirty="false" err="true">
                <a:latin typeface="等线" panose="02010600030101010101" pitchFamily="2" charset="-122"/>
                <a:sym typeface="等线" panose="02010600030101010101" pitchFamily="2" charset="-122"/>
              </a:rPr>
              <a:t>SchOlarSpeak</a:t>
            </a:r>
            <a:endParaRPr lang="zh-CN" altLang="en-US" dirty="false">
              <a:latin typeface="等线" panose="02010600030101010101" pitchFamily="2" charset="-122"/>
              <a:sym typeface="等线" panose="02010600030101010101" pitchFamily="2" charset="-122"/>
            </a:endParaRPr>
          </a:p>
        </p:txBody>
      </p:sp>
      <p:sp>
        <p:nvSpPr>
          <p:cNvPr id="204" name="文本占位符 4"/>
          <p:cNvSpPr>
            <a:spLocks noGrp="true"/>
          </p:cNvSpPr>
          <p:nvPr>
            <p:ph type="body" sz="quarter" idx="16"/>
          </p:nvPr>
        </p:nvSpPr>
        <p:spPr/>
        <p:txBody>
          <a:bodyPr>
            <a:normAutofit/>
          </a:bodyPr>
          <a:lstStyle/>
          <a:p>
            <a:pPr/>
            <a:r>
              <a:rPr lang="zh-CN" altLang="en-US" dirty="false">
                <a:latin typeface="等线" panose="02010600030101010101" pitchFamily="2" charset="-122"/>
                <a:sym typeface="等线" panose="02010600030101010101" pitchFamily="2" charset="-122"/>
              </a:rPr>
              <a:t>南京大学软件学院 </a:t>
            </a:r>
            <a:endParaRPr lang="zh-CN" altLang="en-US" dirty="false">
              <a:latin typeface="等线" panose="02010600030101010101" pitchFamily="2" charset="-122"/>
              <a:sym typeface="等线" panose="02010600030101010101" pitchFamily="2" charset="-122"/>
            </a:endParaRPr>
          </a:p>
        </p:txBody>
      </p:sp>
    </p:spTree>
  </p:cSld>
  <p:clrMapOvr>
    <a:masterClrMapping/>
  </p:clrMapOvr>
  <mc:AlternateContent xmlns:mc="http://schemas.openxmlformats.org/markup-compatibility/2006">
    <mc:Choice Requires="p159">
      <p:transition>
        <p159:morph option="byObject"/>
      </p:transition>
    </mc:Choice>
    <mc:Fallback>
      <p:transition spd="slow">
        <p:fade/>
      </p:transition>
    </mc:Fallback>
  </mc:AlternateContent>
</p:sld>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ppt/theme/theme2.xml><?xml version="1.0" encoding="utf-8"?>
<a:theme xmlns:a="http://schemas.openxmlformats.org/drawingml/2006/main" name="Office 主题​​">
  <a:themeElements>
    <a:clrScheme name="南大">
      <a:dk1>
        <a:sysClr val="windowText" lastClr="000000"/>
      </a:dk1>
      <a:lt1>
        <a:sysClr val="window" lastClr="FFFFFF"/>
      </a:lt1>
      <a:dk2>
        <a:srgbClr val="44546A"/>
      </a:dk2>
      <a:lt2>
        <a:srgbClr val="E7E6E6"/>
      </a:lt2>
      <a:accent1>
        <a:srgbClr val="6A005F"/>
      </a:accent1>
      <a:accent2>
        <a:srgbClr val="ED4C67"/>
      </a:accent2>
      <a:accent3>
        <a:srgbClr val="BD3589"/>
      </a:accent3>
      <a:accent4>
        <a:srgbClr val="B85A9A"/>
      </a:accent4>
      <a:accent5>
        <a:srgbClr val="D573D7"/>
      </a:accent5>
      <a:accent6>
        <a:srgbClr val="ED4C6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ppt/theme/theme4.xml><?xml version="1.0" encoding="utf-8"?>
<a:theme xmlns:a="http://schemas.openxmlformats.org/drawingml/2006/main" name="1_Office 主题​​">
  <a:themeElements>
    <a:clrScheme name="南大">
      <a:dk1>
        <a:sysClr val="windowText" lastClr="000000"/>
      </a:dk1>
      <a:lt1>
        <a:sysClr val="window" lastClr="FFFFFF"/>
      </a:lt1>
      <a:dk2>
        <a:srgbClr val="44546A"/>
      </a:dk2>
      <a:lt2>
        <a:srgbClr val="E7E6E6"/>
      </a:lt2>
      <a:accent1>
        <a:srgbClr val="6A005F"/>
      </a:accent1>
      <a:accent2>
        <a:srgbClr val="ED4C67"/>
      </a:accent2>
      <a:accent3>
        <a:srgbClr val="BD3589"/>
      </a:accent3>
      <a:accent4>
        <a:srgbClr val="B85A9A"/>
      </a:accent4>
      <a:accent5>
        <a:srgbClr val="D573D7"/>
      </a:accent5>
      <a:accent6>
        <a:srgbClr val="ED4C6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ppt/theme/theme5.xml><?xml version="1.0" encoding="utf-8"?>
<a:theme xmlns:a="http://schemas.openxmlformats.org/drawingml/2006/main" name="2_Office 主题​​">
  <a:themeElements>
    <a:clrScheme name="南大">
      <a:dk1>
        <a:sysClr val="windowText" lastClr="000000"/>
      </a:dk1>
      <a:lt1>
        <a:sysClr val="window" lastClr="FFFFFF"/>
      </a:lt1>
      <a:dk2>
        <a:srgbClr val="44546A"/>
      </a:dk2>
      <a:lt2>
        <a:srgbClr val="E7E6E6"/>
      </a:lt2>
      <a:accent1>
        <a:srgbClr val="6A005F"/>
      </a:accent1>
      <a:accent2>
        <a:srgbClr val="ED4C67"/>
      </a:accent2>
      <a:accent3>
        <a:srgbClr val="BD3589"/>
      </a:accent3>
      <a:accent4>
        <a:srgbClr val="B85A9A"/>
      </a:accent4>
      <a:accent5>
        <a:srgbClr val="D573D7"/>
      </a:accent5>
      <a:accent6>
        <a:srgbClr val="ED4C6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ppt/theme/theme6.xml><?xml version="1.0" encoding="utf-8"?>
<a:theme xmlns:a="http://schemas.openxmlformats.org/drawingml/2006/main" name="3_Office 主题​​">
  <a:themeElements>
    <a:clrScheme name="南大">
      <a:dk1>
        <a:sysClr val="windowText" lastClr="000000"/>
      </a:dk1>
      <a:lt1>
        <a:sysClr val="window" lastClr="FFFFFF"/>
      </a:lt1>
      <a:dk2>
        <a:srgbClr val="44546A"/>
      </a:dk2>
      <a:lt2>
        <a:srgbClr val="E7E6E6"/>
      </a:lt2>
      <a:accent1>
        <a:srgbClr val="6A005F"/>
      </a:accent1>
      <a:accent2>
        <a:srgbClr val="ED4C67"/>
      </a:accent2>
      <a:accent3>
        <a:srgbClr val="BD3589"/>
      </a:accent3>
      <a:accent4>
        <a:srgbClr val="B85A9A"/>
      </a:accent4>
      <a:accent5>
        <a:srgbClr val="D573D7"/>
      </a:accent5>
      <a:accent6>
        <a:srgbClr val="ED4C6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cp="http://schemas.openxmlformats.org/package/2006/metadata/core-properties" xmlns:dc="http://purl.org/dc/elements/1.1/">
  <dcterms:created xsi:type="dcterms:W3CDTF">2025-04-01T00:16:40Z</dcterms:created>
  <dcterms:modified xsi:type="dcterms:W3CDTF">2025-04-01T00:16:40Z</dcterms:modified>
</cp:coreProperties>
</file>